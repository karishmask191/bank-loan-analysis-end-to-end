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>
    <p:sldId id="353" r:id="rId5"/>
    <p:sldId id="378" r:id="rId6"/>
    <p:sldId id="379" r:id="rId7"/>
    <p:sldId id="381" r:id="rId8"/>
    <p:sldId id="389" r:id="rId9"/>
    <p:sldId id="368" r:id="rId10"/>
    <p:sldId id="380" r:id="rId11"/>
    <p:sldId id="390" r:id="rId12"/>
    <p:sldId id="369" r:id="rId13"/>
    <p:sldId id="382" r:id="rId14"/>
    <p:sldId id="383" r:id="rId15"/>
    <p:sldId id="384" r:id="rId16"/>
    <p:sldId id="385" r:id="rId17"/>
    <p:sldId id="386" r:id="rId18"/>
    <p:sldId id="387" r:id="rId19"/>
    <p:sldId id="370" r:id="rId20"/>
    <p:sldId id="373" r:id="rId21"/>
    <p:sldId id="388" r:id="rId22"/>
    <p:sldId id="371" r:id="rId23"/>
    <p:sldId id="374" r:id="rId24"/>
    <p:sldId id="375" r:id="rId25"/>
    <p:sldId id="376" r:id="rId26"/>
    <p:sldId id="35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9D2AF1E-256E-4B8C-B022-A818B27858BE}">
          <p14:sldIdLst>
            <p14:sldId id="353"/>
            <p14:sldId id="378"/>
            <p14:sldId id="379"/>
            <p14:sldId id="381"/>
            <p14:sldId id="389"/>
          </p14:sldIdLst>
        </p14:section>
        <p14:section name="Untitled Section" id="{4851978F-5B2A-4ED3-997D-DCB2C6442A93}">
          <p14:sldIdLst>
            <p14:sldId id="368"/>
            <p14:sldId id="380"/>
            <p14:sldId id="390"/>
            <p14:sldId id="369"/>
            <p14:sldId id="382"/>
            <p14:sldId id="383"/>
            <p14:sldId id="384"/>
            <p14:sldId id="385"/>
            <p14:sldId id="386"/>
            <p14:sldId id="387"/>
            <p14:sldId id="370"/>
            <p14:sldId id="373"/>
            <p14:sldId id="388"/>
            <p14:sldId id="371"/>
            <p14:sldId id="374"/>
            <p14:sldId id="375"/>
            <p14:sldId id="376"/>
            <p14:sldId id="35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D3D9"/>
    <a:srgbClr val="CCD8D6"/>
    <a:srgbClr val="4F5945"/>
    <a:srgbClr val="DFCCAB"/>
    <a:srgbClr val="F9E7A5"/>
    <a:srgbClr val="A9D7D9"/>
    <a:srgbClr val="AAD6FF"/>
    <a:srgbClr val="B2C8CD"/>
    <a:srgbClr val="73292A"/>
    <a:srgbClr val="7F86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D988DF-8459-4ADB-A8C9-26103F1C52A7}" v="22" dt="2026-02-03T17:44:03.362"/>
    <p1510:client id="{DBFE295C-836F-4C11-892B-16297D7AD1ED}" v="24" dt="2026-02-03T10:02:47.7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966" autoAdjust="0"/>
  </p:normalViewPr>
  <p:slideViewPr>
    <p:cSldViewPr snapToGrid="0">
      <p:cViewPr>
        <p:scale>
          <a:sx n="75" d="100"/>
          <a:sy n="75" d="100"/>
        </p:scale>
        <p:origin x="134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3"/>
    </p:cViewPr>
  </p:sorterViewPr>
  <p:notesViewPr>
    <p:cSldViewPr snapToGrid="0" showGuides="1">
      <p:cViewPr varScale="1">
        <p:scale>
          <a:sx n="82" d="100"/>
          <a:sy n="82" d="100"/>
        </p:scale>
        <p:origin x="278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37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k Karishma" userId="6dfb181cc5e82b65" providerId="LiveId" clId="{E3283104-4389-4F77-BEA3-9F913751E6A6}"/>
    <pc:docChg chg="undo custSel modSld">
      <pc:chgData name="Sk Karishma" userId="6dfb181cc5e82b65" providerId="LiveId" clId="{E3283104-4389-4F77-BEA3-9F913751E6A6}" dt="2026-02-03T17:44:03.362" v="98" actId="255"/>
      <pc:docMkLst>
        <pc:docMk/>
      </pc:docMkLst>
      <pc:sldChg chg="modSp mod">
        <pc:chgData name="Sk Karishma" userId="6dfb181cc5e82b65" providerId="LiveId" clId="{E3283104-4389-4F77-BEA3-9F913751E6A6}" dt="2026-02-03T17:42:04.826" v="88" actId="14100"/>
        <pc:sldMkLst>
          <pc:docMk/>
          <pc:sldMk cId="3806251782" sldId="373"/>
        </pc:sldMkLst>
        <pc:picChg chg="mod">
          <ac:chgData name="Sk Karishma" userId="6dfb181cc5e82b65" providerId="LiveId" clId="{E3283104-4389-4F77-BEA3-9F913751E6A6}" dt="2026-02-03T17:41:32.465" v="83" actId="13822"/>
          <ac:picMkLst>
            <pc:docMk/>
            <pc:sldMk cId="3806251782" sldId="373"/>
            <ac:picMk id="7" creationId="{D15183AC-DCA5-5107-63B6-344B47B0A0DC}"/>
          </ac:picMkLst>
        </pc:picChg>
        <pc:picChg chg="mod">
          <ac:chgData name="Sk Karishma" userId="6dfb181cc5e82b65" providerId="LiveId" clId="{E3283104-4389-4F77-BEA3-9F913751E6A6}" dt="2026-02-03T17:41:37.571" v="84" actId="13822"/>
          <ac:picMkLst>
            <pc:docMk/>
            <pc:sldMk cId="3806251782" sldId="373"/>
            <ac:picMk id="9" creationId="{9DBEA841-D180-782E-136C-07AB9A21E74B}"/>
          </ac:picMkLst>
        </pc:picChg>
        <pc:picChg chg="mod">
          <ac:chgData name="Sk Karishma" userId="6dfb181cc5e82b65" providerId="LiveId" clId="{E3283104-4389-4F77-BEA3-9F913751E6A6}" dt="2026-02-03T17:41:47.633" v="85" actId="13822"/>
          <ac:picMkLst>
            <pc:docMk/>
            <pc:sldMk cId="3806251782" sldId="373"/>
            <ac:picMk id="11" creationId="{6E27442C-1FDB-5CE9-DD6B-30F553700E86}"/>
          </ac:picMkLst>
        </pc:picChg>
        <pc:picChg chg="mod">
          <ac:chgData name="Sk Karishma" userId="6dfb181cc5e82b65" providerId="LiveId" clId="{E3283104-4389-4F77-BEA3-9F913751E6A6}" dt="2026-02-03T17:41:52.285" v="86" actId="13822"/>
          <ac:picMkLst>
            <pc:docMk/>
            <pc:sldMk cId="3806251782" sldId="373"/>
            <ac:picMk id="13" creationId="{C1285ADD-3443-9C0E-DE81-AD2F98C5C4C2}"/>
          </ac:picMkLst>
        </pc:picChg>
        <pc:picChg chg="mod">
          <ac:chgData name="Sk Karishma" userId="6dfb181cc5e82b65" providerId="LiveId" clId="{E3283104-4389-4F77-BEA3-9F913751E6A6}" dt="2026-02-03T17:42:04.826" v="88" actId="14100"/>
          <ac:picMkLst>
            <pc:docMk/>
            <pc:sldMk cId="3806251782" sldId="373"/>
            <ac:picMk id="15" creationId="{323012E6-A671-A5F7-8FAD-BECD599074FD}"/>
          </ac:picMkLst>
        </pc:picChg>
      </pc:sldChg>
      <pc:sldChg chg="modSp mod">
        <pc:chgData name="Sk Karishma" userId="6dfb181cc5e82b65" providerId="LiveId" clId="{E3283104-4389-4F77-BEA3-9F913751E6A6}" dt="2026-02-03T17:44:03.362" v="98" actId="255"/>
        <pc:sldMkLst>
          <pc:docMk/>
          <pc:sldMk cId="3723574376" sldId="378"/>
        </pc:sldMkLst>
        <pc:graphicFrameChg chg="mod">
          <ac:chgData name="Sk Karishma" userId="6dfb181cc5e82b65" providerId="LiveId" clId="{E3283104-4389-4F77-BEA3-9F913751E6A6}" dt="2026-02-03T17:44:03.362" v="98" actId="255"/>
          <ac:graphicFrameMkLst>
            <pc:docMk/>
            <pc:sldMk cId="3723574376" sldId="378"/>
            <ac:graphicFrameMk id="6" creationId="{15661F13-9900-641D-E7A4-9AE977FA9A4D}"/>
          </ac:graphicFrameMkLst>
        </pc:graphicFrameChg>
      </pc:sldChg>
      <pc:sldChg chg="addSp delSp modSp mod setBg">
        <pc:chgData name="Sk Karishma" userId="6dfb181cc5e82b65" providerId="LiveId" clId="{E3283104-4389-4F77-BEA3-9F913751E6A6}" dt="2026-02-03T17:41:01.431" v="82" actId="14100"/>
        <pc:sldMkLst>
          <pc:docMk/>
          <pc:sldMk cId="61399533" sldId="380"/>
        </pc:sldMkLst>
        <pc:spChg chg="add del mod">
          <ac:chgData name="Sk Karishma" userId="6dfb181cc5e82b65" providerId="LiveId" clId="{E3283104-4389-4F77-BEA3-9F913751E6A6}" dt="2026-02-03T17:40:38.726" v="76" actId="478"/>
          <ac:spMkLst>
            <pc:docMk/>
            <pc:sldMk cId="61399533" sldId="380"/>
            <ac:spMk id="4" creationId="{DC8C65AC-49EC-8E1A-C187-2B48399A1993}"/>
          </ac:spMkLst>
        </pc:spChg>
        <pc:spChg chg="add del mod">
          <ac:chgData name="Sk Karishma" userId="6dfb181cc5e82b65" providerId="LiveId" clId="{E3283104-4389-4F77-BEA3-9F913751E6A6}" dt="2026-02-03T17:40:49.752" v="79" actId="478"/>
          <ac:spMkLst>
            <pc:docMk/>
            <pc:sldMk cId="61399533" sldId="380"/>
            <ac:spMk id="8" creationId="{9FAC856A-1A94-CDBB-C572-FC28D5DFF7A3}"/>
          </ac:spMkLst>
        </pc:spChg>
        <pc:graphicFrameChg chg="add del mod ord modGraphic">
          <ac:chgData name="Sk Karishma" userId="6dfb181cc5e82b65" providerId="LiveId" clId="{E3283104-4389-4F77-BEA3-9F913751E6A6}" dt="2026-02-03T17:41:01.431" v="82" actId="14100"/>
          <ac:graphicFrameMkLst>
            <pc:docMk/>
            <pc:sldMk cId="61399533" sldId="380"/>
            <ac:graphicFrameMk id="2" creationId="{F95BEE94-74DE-AD70-99B4-507B1B1C84B0}"/>
          </ac:graphicFrameMkLst>
        </pc:graphicFrameChg>
        <pc:picChg chg="del mod">
          <ac:chgData name="Sk Karishma" userId="6dfb181cc5e82b65" providerId="LiveId" clId="{E3283104-4389-4F77-BEA3-9F913751E6A6}" dt="2026-02-03T17:40:33.517" v="75" actId="478"/>
          <ac:picMkLst>
            <pc:docMk/>
            <pc:sldMk cId="61399533" sldId="380"/>
            <ac:picMk id="22" creationId="{BB425195-026E-6842-FDAC-A5C6CE163918}"/>
          </ac:picMkLst>
        </pc:picChg>
        <pc:picChg chg="del mod">
          <ac:chgData name="Sk Karishma" userId="6dfb181cc5e82b65" providerId="LiveId" clId="{E3283104-4389-4F77-BEA3-9F913751E6A6}" dt="2026-02-03T17:40:42.551" v="77" actId="478"/>
          <ac:picMkLst>
            <pc:docMk/>
            <pc:sldMk cId="61399533" sldId="380"/>
            <ac:picMk id="24" creationId="{F57BC52B-9EE0-8671-3346-17C9D57623DA}"/>
          </ac:picMkLst>
        </pc:picChg>
        <pc:picChg chg="del mod">
          <ac:chgData name="Sk Karishma" userId="6dfb181cc5e82b65" providerId="LiveId" clId="{E3283104-4389-4F77-BEA3-9F913751E6A6}" dt="2026-02-03T17:40:46.572" v="78" actId="478"/>
          <ac:picMkLst>
            <pc:docMk/>
            <pc:sldMk cId="61399533" sldId="380"/>
            <ac:picMk id="26" creationId="{4E2DAFDE-6979-E56E-3651-A43E98E35C3D}"/>
          </ac:picMkLst>
        </pc:picChg>
        <pc:picChg chg="del mod">
          <ac:chgData name="Sk Karishma" userId="6dfb181cc5e82b65" providerId="LiveId" clId="{E3283104-4389-4F77-BEA3-9F913751E6A6}" dt="2026-02-03T17:40:53.046" v="80" actId="478"/>
          <ac:picMkLst>
            <pc:docMk/>
            <pc:sldMk cId="61399533" sldId="380"/>
            <ac:picMk id="28" creationId="{28A9F62C-664D-5D55-19B4-8ACE1D174541}"/>
          </ac:picMkLst>
        </pc:picChg>
      </pc:sldChg>
      <pc:sldChg chg="modSp mod">
        <pc:chgData name="Sk Karishma" userId="6dfb181cc5e82b65" providerId="LiveId" clId="{E3283104-4389-4F77-BEA3-9F913751E6A6}" dt="2026-02-03T17:35:40.596" v="0" actId="14100"/>
        <pc:sldMkLst>
          <pc:docMk/>
          <pc:sldMk cId="3784897966" sldId="388"/>
        </pc:sldMkLst>
        <pc:picChg chg="mod">
          <ac:chgData name="Sk Karishma" userId="6dfb181cc5e82b65" providerId="LiveId" clId="{E3283104-4389-4F77-BEA3-9F913751E6A6}" dt="2026-02-03T17:35:40.596" v="0" actId="14100"/>
          <ac:picMkLst>
            <pc:docMk/>
            <pc:sldMk cId="3784897966" sldId="388"/>
            <ac:picMk id="7" creationId="{E5293BD6-E2B3-3D7A-C45B-CC3D1AFF2E84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263173A-3403-4A2C-852A-50BD71CD7A93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809CA77-C9A3-4F34-B5EE-FDB8D35CA797}">
      <dgm:prSet phldrT="[Text]" phldr="0" custT="1"/>
      <dgm:spPr/>
      <dgm:t>
        <a:bodyPr/>
        <a:lstStyle/>
        <a:p>
          <a:r>
            <a:rPr lang="en-IN" sz="2800" dirty="0"/>
            <a:t>1</a:t>
          </a:r>
        </a:p>
      </dgm:t>
    </dgm:pt>
    <dgm:pt modelId="{0208ABB2-7C4D-4894-B435-6A51F58F2B06}" type="parTrans" cxnId="{8ACECB46-0716-4C44-9152-477481B0C839}">
      <dgm:prSet/>
      <dgm:spPr/>
      <dgm:t>
        <a:bodyPr/>
        <a:lstStyle/>
        <a:p>
          <a:endParaRPr lang="en-IN"/>
        </a:p>
      </dgm:t>
    </dgm:pt>
    <dgm:pt modelId="{521005F2-1BCC-4026-8DD6-5B09935872F5}" type="sibTrans" cxnId="{8ACECB46-0716-4C44-9152-477481B0C839}">
      <dgm:prSet/>
      <dgm:spPr/>
      <dgm:t>
        <a:bodyPr/>
        <a:lstStyle/>
        <a:p>
          <a:endParaRPr lang="en-IN"/>
        </a:p>
      </dgm:t>
    </dgm:pt>
    <dgm:pt modelId="{80B04550-CF63-485E-BFEE-DD4DC330A720}">
      <dgm:prSet phldrT="[Text]" phldr="0" custT="1"/>
      <dgm:spPr/>
      <dgm:t>
        <a:bodyPr/>
        <a:lstStyle/>
        <a:p>
          <a:r>
            <a:rPr lang="en-IN" sz="2800" dirty="0"/>
            <a:t>2</a:t>
          </a:r>
        </a:p>
      </dgm:t>
    </dgm:pt>
    <dgm:pt modelId="{89CC8B4A-8949-4E0D-AF21-ED7AE4D98061}" type="parTrans" cxnId="{45357E93-6C2E-4D10-B46D-79A1917B62A5}">
      <dgm:prSet/>
      <dgm:spPr/>
      <dgm:t>
        <a:bodyPr/>
        <a:lstStyle/>
        <a:p>
          <a:endParaRPr lang="en-IN"/>
        </a:p>
      </dgm:t>
    </dgm:pt>
    <dgm:pt modelId="{132DDC71-DDC0-40CF-B35C-245DC6939EF3}" type="sibTrans" cxnId="{45357E93-6C2E-4D10-B46D-79A1917B62A5}">
      <dgm:prSet/>
      <dgm:spPr/>
      <dgm:t>
        <a:bodyPr/>
        <a:lstStyle/>
        <a:p>
          <a:endParaRPr lang="en-IN"/>
        </a:p>
      </dgm:t>
    </dgm:pt>
    <dgm:pt modelId="{00E29AD5-A334-40F2-B074-F8FA997A039E}">
      <dgm:prSet phldrT="[Text]" phldr="0" custT="1"/>
      <dgm:spPr/>
      <dgm:t>
        <a:bodyPr/>
        <a:lstStyle/>
        <a:p>
          <a:r>
            <a:rPr lang="en-IN" sz="2800" dirty="0"/>
            <a:t>3</a:t>
          </a:r>
        </a:p>
      </dgm:t>
    </dgm:pt>
    <dgm:pt modelId="{60451415-AEC7-4C8B-A58E-CC089D6221AF}" type="parTrans" cxnId="{6127913D-E1FF-4E84-87C3-81A3DCE9DDCB}">
      <dgm:prSet/>
      <dgm:spPr/>
      <dgm:t>
        <a:bodyPr/>
        <a:lstStyle/>
        <a:p>
          <a:endParaRPr lang="en-IN"/>
        </a:p>
      </dgm:t>
    </dgm:pt>
    <dgm:pt modelId="{56DF6513-1A72-4853-B72A-C15EFA1CAC5F}" type="sibTrans" cxnId="{6127913D-E1FF-4E84-87C3-81A3DCE9DDCB}">
      <dgm:prSet/>
      <dgm:spPr/>
      <dgm:t>
        <a:bodyPr/>
        <a:lstStyle/>
        <a:p>
          <a:endParaRPr lang="en-IN"/>
        </a:p>
      </dgm:t>
    </dgm:pt>
    <dgm:pt modelId="{DC11D3D9-6E63-47B4-B6DB-821DAF837A40}">
      <dgm:prSet custT="1"/>
      <dgm:spPr/>
      <dgm:t>
        <a:bodyPr/>
        <a:lstStyle/>
        <a:p>
          <a:r>
            <a:rPr lang="en-IN" sz="2800" dirty="0"/>
            <a:t>4</a:t>
          </a:r>
        </a:p>
      </dgm:t>
    </dgm:pt>
    <dgm:pt modelId="{26F76AAF-48F6-4B56-B6AE-B78A5671C459}" type="parTrans" cxnId="{6D70E8B4-AFD4-4778-803F-6CF61CEB036B}">
      <dgm:prSet/>
      <dgm:spPr/>
      <dgm:t>
        <a:bodyPr/>
        <a:lstStyle/>
        <a:p>
          <a:endParaRPr lang="en-IN"/>
        </a:p>
      </dgm:t>
    </dgm:pt>
    <dgm:pt modelId="{F9C7706D-C2DF-42EF-BD1F-18058B66BB46}" type="sibTrans" cxnId="{6D70E8B4-AFD4-4778-803F-6CF61CEB036B}">
      <dgm:prSet/>
      <dgm:spPr/>
      <dgm:t>
        <a:bodyPr/>
        <a:lstStyle/>
        <a:p>
          <a:endParaRPr lang="en-IN"/>
        </a:p>
      </dgm:t>
    </dgm:pt>
    <dgm:pt modelId="{342298A2-B9BC-4298-BDB6-21E910A2D661}">
      <dgm:prSet custT="1"/>
      <dgm:spPr/>
      <dgm:t>
        <a:bodyPr/>
        <a:lstStyle/>
        <a:p>
          <a:r>
            <a:rPr lang="en-IN" sz="2800" dirty="0"/>
            <a:t>5</a:t>
          </a:r>
        </a:p>
      </dgm:t>
    </dgm:pt>
    <dgm:pt modelId="{65B65F76-C1C9-4228-94F2-BAED99872AF4}" type="parTrans" cxnId="{C18F9F82-1AB9-4681-9EC1-CED987F0EAB7}">
      <dgm:prSet/>
      <dgm:spPr/>
      <dgm:t>
        <a:bodyPr/>
        <a:lstStyle/>
        <a:p>
          <a:endParaRPr lang="en-IN"/>
        </a:p>
      </dgm:t>
    </dgm:pt>
    <dgm:pt modelId="{8AB1DDB2-9BD2-4D08-9F83-C986C6CA3913}" type="sibTrans" cxnId="{C18F9F82-1AB9-4681-9EC1-CED987F0EAB7}">
      <dgm:prSet/>
      <dgm:spPr/>
      <dgm:t>
        <a:bodyPr/>
        <a:lstStyle/>
        <a:p>
          <a:endParaRPr lang="en-IN"/>
        </a:p>
      </dgm:t>
    </dgm:pt>
    <dgm:pt modelId="{EDB3DE86-6D65-4332-861A-24F7B797DC14}">
      <dgm:prSet custT="1"/>
      <dgm:spPr/>
      <dgm:t>
        <a:bodyPr/>
        <a:lstStyle/>
        <a:p>
          <a:r>
            <a:rPr lang="en-IN" sz="2800" dirty="0"/>
            <a:t>6</a:t>
          </a:r>
        </a:p>
      </dgm:t>
    </dgm:pt>
    <dgm:pt modelId="{C2FE25CB-2198-4D7B-8115-7A682D72C46C}" type="parTrans" cxnId="{96AAB769-34E1-41BE-9FA6-589CE9B699B7}">
      <dgm:prSet/>
      <dgm:spPr/>
      <dgm:t>
        <a:bodyPr/>
        <a:lstStyle/>
        <a:p>
          <a:endParaRPr lang="en-IN"/>
        </a:p>
      </dgm:t>
    </dgm:pt>
    <dgm:pt modelId="{9CF3F805-9AA8-4835-B450-DDA9F3B5316E}" type="sibTrans" cxnId="{96AAB769-34E1-41BE-9FA6-589CE9B699B7}">
      <dgm:prSet/>
      <dgm:spPr/>
      <dgm:t>
        <a:bodyPr/>
        <a:lstStyle/>
        <a:p>
          <a:endParaRPr lang="en-IN"/>
        </a:p>
      </dgm:t>
    </dgm:pt>
    <dgm:pt modelId="{DE3FFD49-403E-4B4E-A1E6-1F5B3A202DF7}">
      <dgm:prSet custT="1"/>
      <dgm:spPr/>
      <dgm:t>
        <a:bodyPr/>
        <a:lstStyle/>
        <a:p>
          <a:r>
            <a:rPr lang="en-IN" sz="2800" dirty="0"/>
            <a:t>7</a:t>
          </a:r>
        </a:p>
      </dgm:t>
    </dgm:pt>
    <dgm:pt modelId="{089BCF1A-F331-4546-B606-6CB89DA3BB79}" type="parTrans" cxnId="{1C458A9F-4C3A-42E4-90CC-958BA618ED00}">
      <dgm:prSet/>
      <dgm:spPr/>
      <dgm:t>
        <a:bodyPr/>
        <a:lstStyle/>
        <a:p>
          <a:endParaRPr lang="en-IN"/>
        </a:p>
      </dgm:t>
    </dgm:pt>
    <dgm:pt modelId="{671ED7F3-F2C5-4981-B6C4-19770DFC9D88}" type="sibTrans" cxnId="{1C458A9F-4C3A-42E4-90CC-958BA618ED00}">
      <dgm:prSet/>
      <dgm:spPr/>
      <dgm:t>
        <a:bodyPr/>
        <a:lstStyle/>
        <a:p>
          <a:endParaRPr lang="en-IN"/>
        </a:p>
      </dgm:t>
    </dgm:pt>
    <dgm:pt modelId="{06E59500-1DAB-4484-9E0A-B81C8C2EF21E}">
      <dgm:prSet custT="1"/>
      <dgm:spPr/>
      <dgm:t>
        <a:bodyPr/>
        <a:lstStyle/>
        <a:p>
          <a:pPr>
            <a:buNone/>
          </a:pPr>
          <a:r>
            <a:rPr lang="en-IN" sz="2800" b="0" i="0" dirty="0"/>
            <a:t>GAJJELA NARENDRA KUMAR</a:t>
          </a:r>
          <a:endParaRPr lang="en-IN" sz="2800" dirty="0"/>
        </a:p>
      </dgm:t>
    </dgm:pt>
    <dgm:pt modelId="{E234BA98-57FF-4CA1-B79C-C87CF6FE170D}" type="parTrans" cxnId="{082F60FB-3DCE-42DE-9407-C48AA0DB2BBE}">
      <dgm:prSet/>
      <dgm:spPr/>
      <dgm:t>
        <a:bodyPr/>
        <a:lstStyle/>
        <a:p>
          <a:endParaRPr lang="en-IN"/>
        </a:p>
      </dgm:t>
    </dgm:pt>
    <dgm:pt modelId="{5A667A6D-8D29-4896-9D4E-5D004EF909EB}" type="sibTrans" cxnId="{082F60FB-3DCE-42DE-9407-C48AA0DB2BBE}">
      <dgm:prSet/>
      <dgm:spPr/>
      <dgm:t>
        <a:bodyPr/>
        <a:lstStyle/>
        <a:p>
          <a:endParaRPr lang="en-IN"/>
        </a:p>
      </dgm:t>
    </dgm:pt>
    <dgm:pt modelId="{E40F8F71-A324-4AD5-AE2A-58885649CB72}">
      <dgm:prSet custT="1"/>
      <dgm:spPr/>
      <dgm:t>
        <a:bodyPr/>
        <a:lstStyle/>
        <a:p>
          <a:pPr>
            <a:buNone/>
          </a:pPr>
          <a:r>
            <a:rPr lang="en-IN" sz="2800" b="0" i="0" dirty="0"/>
            <a:t>SEJAL DINESH BUDAR</a:t>
          </a:r>
          <a:endParaRPr lang="en-IN" sz="2800" dirty="0"/>
        </a:p>
      </dgm:t>
    </dgm:pt>
    <dgm:pt modelId="{E9ED3BCD-1113-407A-A359-88E5431ED976}" type="parTrans" cxnId="{B6FDF516-D4AF-400D-AB74-C77392AFA859}">
      <dgm:prSet/>
      <dgm:spPr/>
      <dgm:t>
        <a:bodyPr/>
        <a:lstStyle/>
        <a:p>
          <a:endParaRPr lang="en-IN"/>
        </a:p>
      </dgm:t>
    </dgm:pt>
    <dgm:pt modelId="{41CBB879-2513-4B13-A052-EA8C25E4BB78}" type="sibTrans" cxnId="{B6FDF516-D4AF-400D-AB74-C77392AFA859}">
      <dgm:prSet/>
      <dgm:spPr/>
      <dgm:t>
        <a:bodyPr/>
        <a:lstStyle/>
        <a:p>
          <a:endParaRPr lang="en-IN"/>
        </a:p>
      </dgm:t>
    </dgm:pt>
    <dgm:pt modelId="{DD736F42-BB15-4D41-8778-C8C8B43EB739}">
      <dgm:prSet custT="1"/>
      <dgm:spPr/>
      <dgm:t>
        <a:bodyPr/>
        <a:lstStyle/>
        <a:p>
          <a:pPr>
            <a:buNone/>
          </a:pPr>
          <a:r>
            <a:rPr lang="en-IN" sz="2800" b="0" i="0" dirty="0"/>
            <a:t>ADITYA KAPSE</a:t>
          </a:r>
          <a:endParaRPr lang="en-IN" sz="2800" dirty="0"/>
        </a:p>
      </dgm:t>
    </dgm:pt>
    <dgm:pt modelId="{D8429AF6-2E3E-4AFF-A2C0-B32BF82387E7}" type="parTrans" cxnId="{85EC5CA4-76E5-4B9C-9FBF-7395AF833DD3}">
      <dgm:prSet/>
      <dgm:spPr/>
      <dgm:t>
        <a:bodyPr/>
        <a:lstStyle/>
        <a:p>
          <a:endParaRPr lang="en-IN"/>
        </a:p>
      </dgm:t>
    </dgm:pt>
    <dgm:pt modelId="{DB1B926C-430E-4542-B91E-6DBB0D878D86}" type="sibTrans" cxnId="{85EC5CA4-76E5-4B9C-9FBF-7395AF833DD3}">
      <dgm:prSet/>
      <dgm:spPr/>
      <dgm:t>
        <a:bodyPr/>
        <a:lstStyle/>
        <a:p>
          <a:endParaRPr lang="en-IN"/>
        </a:p>
      </dgm:t>
    </dgm:pt>
    <dgm:pt modelId="{22E10627-9D24-410F-A045-2E8E9AB0CC2F}">
      <dgm:prSet custT="1"/>
      <dgm:spPr/>
      <dgm:t>
        <a:bodyPr/>
        <a:lstStyle/>
        <a:p>
          <a:pPr>
            <a:buNone/>
          </a:pPr>
          <a:r>
            <a:rPr lang="en-IN" sz="2800" b="0" i="0" dirty="0"/>
            <a:t>NUNE BHAVYA SRI</a:t>
          </a:r>
          <a:endParaRPr lang="en-IN" sz="2800" dirty="0"/>
        </a:p>
      </dgm:t>
    </dgm:pt>
    <dgm:pt modelId="{6F27CCBF-CD00-4C78-A3BA-27D0E631F73F}" type="parTrans" cxnId="{B58D5070-428E-4A59-B31D-82D9D8979730}">
      <dgm:prSet/>
      <dgm:spPr/>
      <dgm:t>
        <a:bodyPr/>
        <a:lstStyle/>
        <a:p>
          <a:endParaRPr lang="en-IN"/>
        </a:p>
      </dgm:t>
    </dgm:pt>
    <dgm:pt modelId="{537E69A4-71DE-4B25-B3BE-2E7F59E4FD0B}" type="sibTrans" cxnId="{B58D5070-428E-4A59-B31D-82D9D8979730}">
      <dgm:prSet/>
      <dgm:spPr/>
      <dgm:t>
        <a:bodyPr/>
        <a:lstStyle/>
        <a:p>
          <a:endParaRPr lang="en-IN"/>
        </a:p>
      </dgm:t>
    </dgm:pt>
    <dgm:pt modelId="{DF4CCB6F-2BEB-4C5F-82D2-686D66C465FC}">
      <dgm:prSet custT="1"/>
      <dgm:spPr/>
      <dgm:t>
        <a:bodyPr/>
        <a:lstStyle/>
        <a:p>
          <a:pPr>
            <a:buNone/>
          </a:pPr>
          <a:r>
            <a:rPr lang="en-IN" sz="2800" b="0" i="0" dirty="0"/>
            <a:t>SILVERI CHANDU YADHAV</a:t>
          </a:r>
          <a:endParaRPr lang="en-IN" sz="2800" dirty="0"/>
        </a:p>
      </dgm:t>
    </dgm:pt>
    <dgm:pt modelId="{5DED08FA-0DDF-4080-B93A-E18310F5556D}" type="parTrans" cxnId="{E4F6825F-2BAF-4005-AF5F-551A2F8FA944}">
      <dgm:prSet/>
      <dgm:spPr/>
      <dgm:t>
        <a:bodyPr/>
        <a:lstStyle/>
        <a:p>
          <a:endParaRPr lang="en-IN"/>
        </a:p>
      </dgm:t>
    </dgm:pt>
    <dgm:pt modelId="{1664CA53-7395-4EEA-A5DE-603E2AFBD784}" type="sibTrans" cxnId="{E4F6825F-2BAF-4005-AF5F-551A2F8FA944}">
      <dgm:prSet/>
      <dgm:spPr/>
      <dgm:t>
        <a:bodyPr/>
        <a:lstStyle/>
        <a:p>
          <a:endParaRPr lang="en-IN"/>
        </a:p>
      </dgm:t>
    </dgm:pt>
    <dgm:pt modelId="{2EACF631-9595-4BA5-86E3-5657EE796B49}">
      <dgm:prSet custT="1"/>
      <dgm:spPr/>
      <dgm:t>
        <a:bodyPr/>
        <a:lstStyle/>
        <a:p>
          <a:pPr>
            <a:buNone/>
          </a:pPr>
          <a:r>
            <a:rPr lang="en-IN" sz="2800" b="0" i="0"/>
            <a:t>SHAIK KARISHMA</a:t>
          </a:r>
          <a:endParaRPr lang="en-IN" sz="2800"/>
        </a:p>
      </dgm:t>
    </dgm:pt>
    <dgm:pt modelId="{FA6089CD-A308-4374-A282-ABB953C6773B}" type="parTrans" cxnId="{81BB576C-DA45-4BE6-ACF6-59198CF83922}">
      <dgm:prSet/>
      <dgm:spPr/>
      <dgm:t>
        <a:bodyPr/>
        <a:lstStyle/>
        <a:p>
          <a:endParaRPr lang="en-IN"/>
        </a:p>
      </dgm:t>
    </dgm:pt>
    <dgm:pt modelId="{F604E628-2EE5-4F27-A5D3-272AB84D1579}" type="sibTrans" cxnId="{81BB576C-DA45-4BE6-ACF6-59198CF83922}">
      <dgm:prSet/>
      <dgm:spPr/>
      <dgm:t>
        <a:bodyPr/>
        <a:lstStyle/>
        <a:p>
          <a:endParaRPr lang="en-IN"/>
        </a:p>
      </dgm:t>
    </dgm:pt>
    <dgm:pt modelId="{558381A9-720E-4674-8481-C220A5927B55}">
      <dgm:prSet custT="1"/>
      <dgm:spPr/>
      <dgm:t>
        <a:bodyPr/>
        <a:lstStyle/>
        <a:p>
          <a:pPr>
            <a:buNone/>
          </a:pPr>
          <a:r>
            <a:rPr lang="en-IN" sz="2800" b="0" i="0" dirty="0"/>
            <a:t>JAY DWIVEDI</a:t>
          </a:r>
          <a:endParaRPr lang="en-IN" sz="2800" dirty="0"/>
        </a:p>
      </dgm:t>
    </dgm:pt>
    <dgm:pt modelId="{E8E499EB-8735-421F-ACE5-2CBEF04958AA}" type="parTrans" cxnId="{0BCD7102-FC28-4A3B-8D12-28A790CF62F2}">
      <dgm:prSet/>
      <dgm:spPr/>
      <dgm:t>
        <a:bodyPr/>
        <a:lstStyle/>
        <a:p>
          <a:endParaRPr lang="en-IN"/>
        </a:p>
      </dgm:t>
    </dgm:pt>
    <dgm:pt modelId="{95989CAF-3CBB-4218-8A7F-FC1BA882D652}" type="sibTrans" cxnId="{0BCD7102-FC28-4A3B-8D12-28A790CF62F2}">
      <dgm:prSet/>
      <dgm:spPr/>
      <dgm:t>
        <a:bodyPr/>
        <a:lstStyle/>
        <a:p>
          <a:endParaRPr lang="en-IN"/>
        </a:p>
      </dgm:t>
    </dgm:pt>
    <dgm:pt modelId="{E06B8333-5ABB-441A-A59B-1B83918A029F}" type="pres">
      <dgm:prSet presAssocID="{F263173A-3403-4A2C-852A-50BD71CD7A93}" presName="linearFlow" presStyleCnt="0">
        <dgm:presLayoutVars>
          <dgm:dir/>
          <dgm:animLvl val="lvl"/>
          <dgm:resizeHandles val="exact"/>
        </dgm:presLayoutVars>
      </dgm:prSet>
      <dgm:spPr/>
    </dgm:pt>
    <dgm:pt modelId="{EFFB1211-CBD0-44BA-A26C-BEDC5D7034FE}" type="pres">
      <dgm:prSet presAssocID="{5809CA77-C9A3-4F34-B5EE-FDB8D35CA797}" presName="composite" presStyleCnt="0"/>
      <dgm:spPr/>
    </dgm:pt>
    <dgm:pt modelId="{5FC281A3-7382-40BC-BA04-104E12700D1A}" type="pres">
      <dgm:prSet presAssocID="{5809CA77-C9A3-4F34-B5EE-FDB8D35CA797}" presName="parentText" presStyleLbl="alignNode1" presStyleIdx="0" presStyleCnt="7">
        <dgm:presLayoutVars>
          <dgm:chMax val="1"/>
          <dgm:bulletEnabled val="1"/>
        </dgm:presLayoutVars>
      </dgm:prSet>
      <dgm:spPr/>
    </dgm:pt>
    <dgm:pt modelId="{9B0E8CD7-71DB-4BB1-9C56-7F36F947F2E5}" type="pres">
      <dgm:prSet presAssocID="{5809CA77-C9A3-4F34-B5EE-FDB8D35CA797}" presName="descendantText" presStyleLbl="alignAcc1" presStyleIdx="0" presStyleCnt="7" custLinFactNeighborX="7" custLinFactNeighborY="-3841">
        <dgm:presLayoutVars>
          <dgm:bulletEnabled val="1"/>
        </dgm:presLayoutVars>
      </dgm:prSet>
      <dgm:spPr/>
    </dgm:pt>
    <dgm:pt modelId="{BF1856FE-C89B-42BC-82E6-60428094A8D2}" type="pres">
      <dgm:prSet presAssocID="{521005F2-1BCC-4026-8DD6-5B09935872F5}" presName="sp" presStyleCnt="0"/>
      <dgm:spPr/>
    </dgm:pt>
    <dgm:pt modelId="{7FB41880-59C7-4FAE-A6A2-2DC66BD37234}" type="pres">
      <dgm:prSet presAssocID="{80B04550-CF63-485E-BFEE-DD4DC330A720}" presName="composite" presStyleCnt="0"/>
      <dgm:spPr/>
    </dgm:pt>
    <dgm:pt modelId="{AF764661-0000-46B5-83B8-BF8AD302D617}" type="pres">
      <dgm:prSet presAssocID="{80B04550-CF63-485E-BFEE-DD4DC330A720}" presName="parentText" presStyleLbl="alignNode1" presStyleIdx="1" presStyleCnt="7">
        <dgm:presLayoutVars>
          <dgm:chMax val="1"/>
          <dgm:bulletEnabled val="1"/>
        </dgm:presLayoutVars>
      </dgm:prSet>
      <dgm:spPr/>
    </dgm:pt>
    <dgm:pt modelId="{FEF1C106-9173-4676-A02D-AA9E98670BBB}" type="pres">
      <dgm:prSet presAssocID="{80B04550-CF63-485E-BFEE-DD4DC330A720}" presName="descendantText" presStyleLbl="alignAcc1" presStyleIdx="1" presStyleCnt="7">
        <dgm:presLayoutVars>
          <dgm:bulletEnabled val="1"/>
        </dgm:presLayoutVars>
      </dgm:prSet>
      <dgm:spPr/>
    </dgm:pt>
    <dgm:pt modelId="{642B5461-EAA1-48E5-ABF4-0C27888E0A06}" type="pres">
      <dgm:prSet presAssocID="{132DDC71-DDC0-40CF-B35C-245DC6939EF3}" presName="sp" presStyleCnt="0"/>
      <dgm:spPr/>
    </dgm:pt>
    <dgm:pt modelId="{51C13CA4-F4D0-47C0-A1C5-97E1F2214D29}" type="pres">
      <dgm:prSet presAssocID="{00E29AD5-A334-40F2-B074-F8FA997A039E}" presName="composite" presStyleCnt="0"/>
      <dgm:spPr/>
    </dgm:pt>
    <dgm:pt modelId="{A7AA1FAD-67D4-4171-9CCD-2A52A3706C7C}" type="pres">
      <dgm:prSet presAssocID="{00E29AD5-A334-40F2-B074-F8FA997A039E}" presName="parentText" presStyleLbl="alignNode1" presStyleIdx="2" presStyleCnt="7">
        <dgm:presLayoutVars>
          <dgm:chMax val="1"/>
          <dgm:bulletEnabled val="1"/>
        </dgm:presLayoutVars>
      </dgm:prSet>
      <dgm:spPr/>
    </dgm:pt>
    <dgm:pt modelId="{11F7486E-6BA5-4E52-9AA4-3F9229FEBE5E}" type="pres">
      <dgm:prSet presAssocID="{00E29AD5-A334-40F2-B074-F8FA997A039E}" presName="descendantText" presStyleLbl="alignAcc1" presStyleIdx="2" presStyleCnt="7">
        <dgm:presLayoutVars>
          <dgm:bulletEnabled val="1"/>
        </dgm:presLayoutVars>
      </dgm:prSet>
      <dgm:spPr/>
    </dgm:pt>
    <dgm:pt modelId="{1E4FCCEC-9D9A-4AF9-99BE-C156EA0353C5}" type="pres">
      <dgm:prSet presAssocID="{56DF6513-1A72-4853-B72A-C15EFA1CAC5F}" presName="sp" presStyleCnt="0"/>
      <dgm:spPr/>
    </dgm:pt>
    <dgm:pt modelId="{4AD92EC1-DE58-45C2-9724-8165E1402D7A}" type="pres">
      <dgm:prSet presAssocID="{DC11D3D9-6E63-47B4-B6DB-821DAF837A40}" presName="composite" presStyleCnt="0"/>
      <dgm:spPr/>
    </dgm:pt>
    <dgm:pt modelId="{58FAF061-8139-4AE4-BA06-04544D51B51D}" type="pres">
      <dgm:prSet presAssocID="{DC11D3D9-6E63-47B4-B6DB-821DAF837A40}" presName="parentText" presStyleLbl="alignNode1" presStyleIdx="3" presStyleCnt="7">
        <dgm:presLayoutVars>
          <dgm:chMax val="1"/>
          <dgm:bulletEnabled val="1"/>
        </dgm:presLayoutVars>
      </dgm:prSet>
      <dgm:spPr/>
    </dgm:pt>
    <dgm:pt modelId="{D51405D4-9110-494C-BDD2-1D7C0E2419D2}" type="pres">
      <dgm:prSet presAssocID="{DC11D3D9-6E63-47B4-B6DB-821DAF837A40}" presName="descendantText" presStyleLbl="alignAcc1" presStyleIdx="3" presStyleCnt="7">
        <dgm:presLayoutVars>
          <dgm:bulletEnabled val="1"/>
        </dgm:presLayoutVars>
      </dgm:prSet>
      <dgm:spPr/>
    </dgm:pt>
    <dgm:pt modelId="{E85037DA-8388-42FB-BF4F-05EA1443C339}" type="pres">
      <dgm:prSet presAssocID="{F9C7706D-C2DF-42EF-BD1F-18058B66BB46}" presName="sp" presStyleCnt="0"/>
      <dgm:spPr/>
    </dgm:pt>
    <dgm:pt modelId="{746620B9-4E00-4262-A8D2-4738EC07152D}" type="pres">
      <dgm:prSet presAssocID="{342298A2-B9BC-4298-BDB6-21E910A2D661}" presName="composite" presStyleCnt="0"/>
      <dgm:spPr/>
    </dgm:pt>
    <dgm:pt modelId="{FE719B43-5DF4-44B8-BACB-F745967DD9E1}" type="pres">
      <dgm:prSet presAssocID="{342298A2-B9BC-4298-BDB6-21E910A2D661}" presName="parentText" presStyleLbl="alignNode1" presStyleIdx="4" presStyleCnt="7">
        <dgm:presLayoutVars>
          <dgm:chMax val="1"/>
          <dgm:bulletEnabled val="1"/>
        </dgm:presLayoutVars>
      </dgm:prSet>
      <dgm:spPr/>
    </dgm:pt>
    <dgm:pt modelId="{08288311-ABE4-4E77-97CF-3197CBBD30BD}" type="pres">
      <dgm:prSet presAssocID="{342298A2-B9BC-4298-BDB6-21E910A2D661}" presName="descendantText" presStyleLbl="alignAcc1" presStyleIdx="4" presStyleCnt="7">
        <dgm:presLayoutVars>
          <dgm:bulletEnabled val="1"/>
        </dgm:presLayoutVars>
      </dgm:prSet>
      <dgm:spPr/>
    </dgm:pt>
    <dgm:pt modelId="{E9E95E3F-AB8F-475B-915B-11E76201301F}" type="pres">
      <dgm:prSet presAssocID="{8AB1DDB2-9BD2-4D08-9F83-C986C6CA3913}" presName="sp" presStyleCnt="0"/>
      <dgm:spPr/>
    </dgm:pt>
    <dgm:pt modelId="{8A6DE855-BBC2-4FFE-BE09-1194A2A977B7}" type="pres">
      <dgm:prSet presAssocID="{EDB3DE86-6D65-4332-861A-24F7B797DC14}" presName="composite" presStyleCnt="0"/>
      <dgm:spPr/>
    </dgm:pt>
    <dgm:pt modelId="{4CFE256A-8AEB-486B-A15F-D2946845B596}" type="pres">
      <dgm:prSet presAssocID="{EDB3DE86-6D65-4332-861A-24F7B797DC14}" presName="parentText" presStyleLbl="alignNode1" presStyleIdx="5" presStyleCnt="7">
        <dgm:presLayoutVars>
          <dgm:chMax val="1"/>
          <dgm:bulletEnabled val="1"/>
        </dgm:presLayoutVars>
      </dgm:prSet>
      <dgm:spPr/>
    </dgm:pt>
    <dgm:pt modelId="{371FB870-ACFD-4489-B47F-00B87E670350}" type="pres">
      <dgm:prSet presAssocID="{EDB3DE86-6D65-4332-861A-24F7B797DC14}" presName="descendantText" presStyleLbl="alignAcc1" presStyleIdx="5" presStyleCnt="7">
        <dgm:presLayoutVars>
          <dgm:bulletEnabled val="1"/>
        </dgm:presLayoutVars>
      </dgm:prSet>
      <dgm:spPr/>
    </dgm:pt>
    <dgm:pt modelId="{27908B1A-7748-483C-90F5-553E22F69BDF}" type="pres">
      <dgm:prSet presAssocID="{9CF3F805-9AA8-4835-B450-DDA9F3B5316E}" presName="sp" presStyleCnt="0"/>
      <dgm:spPr/>
    </dgm:pt>
    <dgm:pt modelId="{727D6D88-73CF-40D4-AF0D-7A82212AFDA9}" type="pres">
      <dgm:prSet presAssocID="{DE3FFD49-403E-4B4E-A1E6-1F5B3A202DF7}" presName="composite" presStyleCnt="0"/>
      <dgm:spPr/>
    </dgm:pt>
    <dgm:pt modelId="{C20DE5BC-D4A6-44B7-A670-2E8FDFED54FA}" type="pres">
      <dgm:prSet presAssocID="{DE3FFD49-403E-4B4E-A1E6-1F5B3A202DF7}" presName="parentText" presStyleLbl="alignNode1" presStyleIdx="6" presStyleCnt="7">
        <dgm:presLayoutVars>
          <dgm:chMax val="1"/>
          <dgm:bulletEnabled val="1"/>
        </dgm:presLayoutVars>
      </dgm:prSet>
      <dgm:spPr/>
    </dgm:pt>
    <dgm:pt modelId="{7C7D2320-92B9-4D2B-B3EE-E9079F93155E}" type="pres">
      <dgm:prSet presAssocID="{DE3FFD49-403E-4B4E-A1E6-1F5B3A202DF7}" presName="descendantText" presStyleLbl="alignAcc1" presStyleIdx="6" presStyleCnt="7">
        <dgm:presLayoutVars>
          <dgm:bulletEnabled val="1"/>
        </dgm:presLayoutVars>
      </dgm:prSet>
      <dgm:spPr/>
    </dgm:pt>
  </dgm:ptLst>
  <dgm:cxnLst>
    <dgm:cxn modelId="{0BCD7102-FC28-4A3B-8D12-28A790CF62F2}" srcId="{DE3FFD49-403E-4B4E-A1E6-1F5B3A202DF7}" destId="{558381A9-720E-4674-8481-C220A5927B55}" srcOrd="0" destOrd="0" parTransId="{E8E499EB-8735-421F-ACE5-2CBEF04958AA}" sibTransId="{95989CAF-3CBB-4218-8A7F-FC1BA882D652}"/>
    <dgm:cxn modelId="{151A800C-9E4A-4F3B-B2C9-D51ACFADB86D}" type="presOf" srcId="{22E10627-9D24-410F-A045-2E8E9AB0CC2F}" destId="{D51405D4-9110-494C-BDD2-1D7C0E2419D2}" srcOrd="0" destOrd="0" presId="urn:microsoft.com/office/officeart/2005/8/layout/chevron2"/>
    <dgm:cxn modelId="{B6FDF516-D4AF-400D-AB74-C77392AFA859}" srcId="{80B04550-CF63-485E-BFEE-DD4DC330A720}" destId="{E40F8F71-A324-4AD5-AE2A-58885649CB72}" srcOrd="0" destOrd="0" parTransId="{E9ED3BCD-1113-407A-A359-88E5431ED976}" sibTransId="{41CBB879-2513-4B13-A052-EA8C25E4BB78}"/>
    <dgm:cxn modelId="{4A60D326-7543-4C9B-BB69-1450CFD2AAFF}" type="presOf" srcId="{E40F8F71-A324-4AD5-AE2A-58885649CB72}" destId="{FEF1C106-9173-4676-A02D-AA9E98670BBB}" srcOrd="0" destOrd="0" presId="urn:microsoft.com/office/officeart/2005/8/layout/chevron2"/>
    <dgm:cxn modelId="{D4E2DE27-32FC-401B-8C2A-47A7BF584150}" type="presOf" srcId="{DF4CCB6F-2BEB-4C5F-82D2-686D66C465FC}" destId="{08288311-ABE4-4E77-97CF-3197CBBD30BD}" srcOrd="0" destOrd="0" presId="urn:microsoft.com/office/officeart/2005/8/layout/chevron2"/>
    <dgm:cxn modelId="{09ECDF3C-0401-44BD-BF13-52D94F95CE68}" type="presOf" srcId="{558381A9-720E-4674-8481-C220A5927B55}" destId="{7C7D2320-92B9-4D2B-B3EE-E9079F93155E}" srcOrd="0" destOrd="0" presId="urn:microsoft.com/office/officeart/2005/8/layout/chevron2"/>
    <dgm:cxn modelId="{6127913D-E1FF-4E84-87C3-81A3DCE9DDCB}" srcId="{F263173A-3403-4A2C-852A-50BD71CD7A93}" destId="{00E29AD5-A334-40F2-B074-F8FA997A039E}" srcOrd="2" destOrd="0" parTransId="{60451415-AEC7-4C8B-A58E-CC089D6221AF}" sibTransId="{56DF6513-1A72-4853-B72A-C15EFA1CAC5F}"/>
    <dgm:cxn modelId="{E4F6825F-2BAF-4005-AF5F-551A2F8FA944}" srcId="{342298A2-B9BC-4298-BDB6-21E910A2D661}" destId="{DF4CCB6F-2BEB-4C5F-82D2-686D66C465FC}" srcOrd="0" destOrd="0" parTransId="{5DED08FA-0DDF-4080-B93A-E18310F5556D}" sibTransId="{1664CA53-7395-4EEA-A5DE-603E2AFBD784}"/>
    <dgm:cxn modelId="{D80C8F5F-B997-4145-95D6-62F69574527A}" type="presOf" srcId="{06E59500-1DAB-4484-9E0A-B81C8C2EF21E}" destId="{9B0E8CD7-71DB-4BB1-9C56-7F36F947F2E5}" srcOrd="0" destOrd="0" presId="urn:microsoft.com/office/officeart/2005/8/layout/chevron2"/>
    <dgm:cxn modelId="{8ACECB46-0716-4C44-9152-477481B0C839}" srcId="{F263173A-3403-4A2C-852A-50BD71CD7A93}" destId="{5809CA77-C9A3-4F34-B5EE-FDB8D35CA797}" srcOrd="0" destOrd="0" parTransId="{0208ABB2-7C4D-4894-B435-6A51F58F2B06}" sibTransId="{521005F2-1BCC-4026-8DD6-5B09935872F5}"/>
    <dgm:cxn modelId="{96AAB769-34E1-41BE-9FA6-589CE9B699B7}" srcId="{F263173A-3403-4A2C-852A-50BD71CD7A93}" destId="{EDB3DE86-6D65-4332-861A-24F7B797DC14}" srcOrd="5" destOrd="0" parTransId="{C2FE25CB-2198-4D7B-8115-7A682D72C46C}" sibTransId="{9CF3F805-9AA8-4835-B450-DDA9F3B5316E}"/>
    <dgm:cxn modelId="{81BB576C-DA45-4BE6-ACF6-59198CF83922}" srcId="{EDB3DE86-6D65-4332-861A-24F7B797DC14}" destId="{2EACF631-9595-4BA5-86E3-5657EE796B49}" srcOrd="0" destOrd="0" parTransId="{FA6089CD-A308-4374-A282-ABB953C6773B}" sibTransId="{F604E628-2EE5-4F27-A5D3-272AB84D1579}"/>
    <dgm:cxn modelId="{B58D5070-428E-4A59-B31D-82D9D8979730}" srcId="{DC11D3D9-6E63-47B4-B6DB-821DAF837A40}" destId="{22E10627-9D24-410F-A045-2E8E9AB0CC2F}" srcOrd="0" destOrd="0" parTransId="{6F27CCBF-CD00-4C78-A3BA-27D0E631F73F}" sibTransId="{537E69A4-71DE-4B25-B3BE-2E7F59E4FD0B}"/>
    <dgm:cxn modelId="{B8A2B951-0AA9-4368-BFB8-1B0F21E994FB}" type="presOf" srcId="{80B04550-CF63-485E-BFEE-DD4DC330A720}" destId="{AF764661-0000-46B5-83B8-BF8AD302D617}" srcOrd="0" destOrd="0" presId="urn:microsoft.com/office/officeart/2005/8/layout/chevron2"/>
    <dgm:cxn modelId="{7463F857-C6DC-448F-8A73-3EE5B0C0BC45}" type="presOf" srcId="{00E29AD5-A334-40F2-B074-F8FA997A039E}" destId="{A7AA1FAD-67D4-4171-9CCD-2A52A3706C7C}" srcOrd="0" destOrd="0" presId="urn:microsoft.com/office/officeart/2005/8/layout/chevron2"/>
    <dgm:cxn modelId="{FBEE7E7D-07D0-44D8-B633-1A1AAFC74B3A}" type="presOf" srcId="{342298A2-B9BC-4298-BDB6-21E910A2D661}" destId="{FE719B43-5DF4-44B8-BACB-F745967DD9E1}" srcOrd="0" destOrd="0" presId="urn:microsoft.com/office/officeart/2005/8/layout/chevron2"/>
    <dgm:cxn modelId="{C18F9F82-1AB9-4681-9EC1-CED987F0EAB7}" srcId="{F263173A-3403-4A2C-852A-50BD71CD7A93}" destId="{342298A2-B9BC-4298-BDB6-21E910A2D661}" srcOrd="4" destOrd="0" parTransId="{65B65F76-C1C9-4228-94F2-BAED99872AF4}" sibTransId="{8AB1DDB2-9BD2-4D08-9F83-C986C6CA3913}"/>
    <dgm:cxn modelId="{C15E1A90-1A3D-400B-BBFA-F9C3EA07196E}" type="presOf" srcId="{F263173A-3403-4A2C-852A-50BD71CD7A93}" destId="{E06B8333-5ABB-441A-A59B-1B83918A029F}" srcOrd="0" destOrd="0" presId="urn:microsoft.com/office/officeart/2005/8/layout/chevron2"/>
    <dgm:cxn modelId="{45357E93-6C2E-4D10-B46D-79A1917B62A5}" srcId="{F263173A-3403-4A2C-852A-50BD71CD7A93}" destId="{80B04550-CF63-485E-BFEE-DD4DC330A720}" srcOrd="1" destOrd="0" parTransId="{89CC8B4A-8949-4E0D-AF21-ED7AE4D98061}" sibTransId="{132DDC71-DDC0-40CF-B35C-245DC6939EF3}"/>
    <dgm:cxn modelId="{5C8F969B-F079-43F1-BD1C-E7A9E43ACF15}" type="presOf" srcId="{DC11D3D9-6E63-47B4-B6DB-821DAF837A40}" destId="{58FAF061-8139-4AE4-BA06-04544D51B51D}" srcOrd="0" destOrd="0" presId="urn:microsoft.com/office/officeart/2005/8/layout/chevron2"/>
    <dgm:cxn modelId="{88D7219D-076B-4E74-8F25-EDEB71CC1E44}" type="presOf" srcId="{DD736F42-BB15-4D41-8778-C8C8B43EB739}" destId="{11F7486E-6BA5-4E52-9AA4-3F9229FEBE5E}" srcOrd="0" destOrd="0" presId="urn:microsoft.com/office/officeart/2005/8/layout/chevron2"/>
    <dgm:cxn modelId="{1C458A9F-4C3A-42E4-90CC-958BA618ED00}" srcId="{F263173A-3403-4A2C-852A-50BD71CD7A93}" destId="{DE3FFD49-403E-4B4E-A1E6-1F5B3A202DF7}" srcOrd="6" destOrd="0" parTransId="{089BCF1A-F331-4546-B606-6CB89DA3BB79}" sibTransId="{671ED7F3-F2C5-4981-B6C4-19770DFC9D88}"/>
    <dgm:cxn modelId="{85EC5CA4-76E5-4B9C-9FBF-7395AF833DD3}" srcId="{00E29AD5-A334-40F2-B074-F8FA997A039E}" destId="{DD736F42-BB15-4D41-8778-C8C8B43EB739}" srcOrd="0" destOrd="0" parTransId="{D8429AF6-2E3E-4AFF-A2C0-B32BF82387E7}" sibTransId="{DB1B926C-430E-4542-B91E-6DBB0D878D86}"/>
    <dgm:cxn modelId="{6166EEAA-AAA7-473E-9CB0-48BBCEA657D3}" type="presOf" srcId="{5809CA77-C9A3-4F34-B5EE-FDB8D35CA797}" destId="{5FC281A3-7382-40BC-BA04-104E12700D1A}" srcOrd="0" destOrd="0" presId="urn:microsoft.com/office/officeart/2005/8/layout/chevron2"/>
    <dgm:cxn modelId="{6D70E8B4-AFD4-4778-803F-6CF61CEB036B}" srcId="{F263173A-3403-4A2C-852A-50BD71CD7A93}" destId="{DC11D3D9-6E63-47B4-B6DB-821DAF837A40}" srcOrd="3" destOrd="0" parTransId="{26F76AAF-48F6-4B56-B6AE-B78A5671C459}" sibTransId="{F9C7706D-C2DF-42EF-BD1F-18058B66BB46}"/>
    <dgm:cxn modelId="{BC98DFCF-B233-40B2-B36B-636461F2A0E9}" type="presOf" srcId="{EDB3DE86-6D65-4332-861A-24F7B797DC14}" destId="{4CFE256A-8AEB-486B-A15F-D2946845B596}" srcOrd="0" destOrd="0" presId="urn:microsoft.com/office/officeart/2005/8/layout/chevron2"/>
    <dgm:cxn modelId="{1CEB72E5-2D31-4D65-9347-795DB6B69F43}" type="presOf" srcId="{DE3FFD49-403E-4B4E-A1E6-1F5B3A202DF7}" destId="{C20DE5BC-D4A6-44B7-A670-2E8FDFED54FA}" srcOrd="0" destOrd="0" presId="urn:microsoft.com/office/officeart/2005/8/layout/chevron2"/>
    <dgm:cxn modelId="{5A050DF1-98B7-44C1-B1D5-239CE4DC9DEB}" type="presOf" srcId="{2EACF631-9595-4BA5-86E3-5657EE796B49}" destId="{371FB870-ACFD-4489-B47F-00B87E670350}" srcOrd="0" destOrd="0" presId="urn:microsoft.com/office/officeart/2005/8/layout/chevron2"/>
    <dgm:cxn modelId="{082F60FB-3DCE-42DE-9407-C48AA0DB2BBE}" srcId="{5809CA77-C9A3-4F34-B5EE-FDB8D35CA797}" destId="{06E59500-1DAB-4484-9E0A-B81C8C2EF21E}" srcOrd="0" destOrd="0" parTransId="{E234BA98-57FF-4CA1-B79C-C87CF6FE170D}" sibTransId="{5A667A6D-8D29-4896-9D4E-5D004EF909EB}"/>
    <dgm:cxn modelId="{D92E6B8D-C936-449E-8D0D-69A3A090DAFA}" type="presParOf" srcId="{E06B8333-5ABB-441A-A59B-1B83918A029F}" destId="{EFFB1211-CBD0-44BA-A26C-BEDC5D7034FE}" srcOrd="0" destOrd="0" presId="urn:microsoft.com/office/officeart/2005/8/layout/chevron2"/>
    <dgm:cxn modelId="{7E916E40-721E-4686-A500-25434E78E9AC}" type="presParOf" srcId="{EFFB1211-CBD0-44BA-A26C-BEDC5D7034FE}" destId="{5FC281A3-7382-40BC-BA04-104E12700D1A}" srcOrd="0" destOrd="0" presId="urn:microsoft.com/office/officeart/2005/8/layout/chevron2"/>
    <dgm:cxn modelId="{3F999AF1-9414-46F9-A6E2-3D75227214BD}" type="presParOf" srcId="{EFFB1211-CBD0-44BA-A26C-BEDC5D7034FE}" destId="{9B0E8CD7-71DB-4BB1-9C56-7F36F947F2E5}" srcOrd="1" destOrd="0" presId="urn:microsoft.com/office/officeart/2005/8/layout/chevron2"/>
    <dgm:cxn modelId="{5EBDE666-0972-4235-984D-0938730B8185}" type="presParOf" srcId="{E06B8333-5ABB-441A-A59B-1B83918A029F}" destId="{BF1856FE-C89B-42BC-82E6-60428094A8D2}" srcOrd="1" destOrd="0" presId="urn:microsoft.com/office/officeart/2005/8/layout/chevron2"/>
    <dgm:cxn modelId="{931CF8C3-4017-4081-9885-09737627A330}" type="presParOf" srcId="{E06B8333-5ABB-441A-A59B-1B83918A029F}" destId="{7FB41880-59C7-4FAE-A6A2-2DC66BD37234}" srcOrd="2" destOrd="0" presId="urn:microsoft.com/office/officeart/2005/8/layout/chevron2"/>
    <dgm:cxn modelId="{032B56F6-0372-4A9A-845F-15AFAE6DD7F9}" type="presParOf" srcId="{7FB41880-59C7-4FAE-A6A2-2DC66BD37234}" destId="{AF764661-0000-46B5-83B8-BF8AD302D617}" srcOrd="0" destOrd="0" presId="urn:microsoft.com/office/officeart/2005/8/layout/chevron2"/>
    <dgm:cxn modelId="{250ABF52-584B-4371-8646-9EB8F8EEA110}" type="presParOf" srcId="{7FB41880-59C7-4FAE-A6A2-2DC66BD37234}" destId="{FEF1C106-9173-4676-A02D-AA9E98670BBB}" srcOrd="1" destOrd="0" presId="urn:microsoft.com/office/officeart/2005/8/layout/chevron2"/>
    <dgm:cxn modelId="{8672C255-D1BB-43D6-B839-26F2C5F66A21}" type="presParOf" srcId="{E06B8333-5ABB-441A-A59B-1B83918A029F}" destId="{642B5461-EAA1-48E5-ABF4-0C27888E0A06}" srcOrd="3" destOrd="0" presId="urn:microsoft.com/office/officeart/2005/8/layout/chevron2"/>
    <dgm:cxn modelId="{5AC2685D-E5BA-4E76-BC7A-867EF5BB39D2}" type="presParOf" srcId="{E06B8333-5ABB-441A-A59B-1B83918A029F}" destId="{51C13CA4-F4D0-47C0-A1C5-97E1F2214D29}" srcOrd="4" destOrd="0" presId="urn:microsoft.com/office/officeart/2005/8/layout/chevron2"/>
    <dgm:cxn modelId="{C3E4B6D6-AA48-4BC4-9DE8-2D1DE01ABA54}" type="presParOf" srcId="{51C13CA4-F4D0-47C0-A1C5-97E1F2214D29}" destId="{A7AA1FAD-67D4-4171-9CCD-2A52A3706C7C}" srcOrd="0" destOrd="0" presId="urn:microsoft.com/office/officeart/2005/8/layout/chevron2"/>
    <dgm:cxn modelId="{DB19694C-EBAC-40FA-B910-CFE65E77EA36}" type="presParOf" srcId="{51C13CA4-F4D0-47C0-A1C5-97E1F2214D29}" destId="{11F7486E-6BA5-4E52-9AA4-3F9229FEBE5E}" srcOrd="1" destOrd="0" presId="urn:microsoft.com/office/officeart/2005/8/layout/chevron2"/>
    <dgm:cxn modelId="{513F6CD0-3964-4085-A0DE-D6609947A15F}" type="presParOf" srcId="{E06B8333-5ABB-441A-A59B-1B83918A029F}" destId="{1E4FCCEC-9D9A-4AF9-99BE-C156EA0353C5}" srcOrd="5" destOrd="0" presId="urn:microsoft.com/office/officeart/2005/8/layout/chevron2"/>
    <dgm:cxn modelId="{D6383DB1-E378-446B-A8A7-416C3660E6A6}" type="presParOf" srcId="{E06B8333-5ABB-441A-A59B-1B83918A029F}" destId="{4AD92EC1-DE58-45C2-9724-8165E1402D7A}" srcOrd="6" destOrd="0" presId="urn:microsoft.com/office/officeart/2005/8/layout/chevron2"/>
    <dgm:cxn modelId="{0EE79932-B86D-4EAF-A82A-C2BCBCE7B85E}" type="presParOf" srcId="{4AD92EC1-DE58-45C2-9724-8165E1402D7A}" destId="{58FAF061-8139-4AE4-BA06-04544D51B51D}" srcOrd="0" destOrd="0" presId="urn:microsoft.com/office/officeart/2005/8/layout/chevron2"/>
    <dgm:cxn modelId="{ABD9F685-6E51-482C-9942-C1F47766DC57}" type="presParOf" srcId="{4AD92EC1-DE58-45C2-9724-8165E1402D7A}" destId="{D51405D4-9110-494C-BDD2-1D7C0E2419D2}" srcOrd="1" destOrd="0" presId="urn:microsoft.com/office/officeart/2005/8/layout/chevron2"/>
    <dgm:cxn modelId="{87D6EDEE-B227-4556-B6BC-BEE2428FB867}" type="presParOf" srcId="{E06B8333-5ABB-441A-A59B-1B83918A029F}" destId="{E85037DA-8388-42FB-BF4F-05EA1443C339}" srcOrd="7" destOrd="0" presId="urn:microsoft.com/office/officeart/2005/8/layout/chevron2"/>
    <dgm:cxn modelId="{75D92504-E391-4442-A08F-D823D32CDE8D}" type="presParOf" srcId="{E06B8333-5ABB-441A-A59B-1B83918A029F}" destId="{746620B9-4E00-4262-A8D2-4738EC07152D}" srcOrd="8" destOrd="0" presId="urn:microsoft.com/office/officeart/2005/8/layout/chevron2"/>
    <dgm:cxn modelId="{12ED04A8-767F-414B-8247-8FFEA8B9B4DA}" type="presParOf" srcId="{746620B9-4E00-4262-A8D2-4738EC07152D}" destId="{FE719B43-5DF4-44B8-BACB-F745967DD9E1}" srcOrd="0" destOrd="0" presId="urn:microsoft.com/office/officeart/2005/8/layout/chevron2"/>
    <dgm:cxn modelId="{0B523ABF-65EE-463A-9FE6-842F7E1846BB}" type="presParOf" srcId="{746620B9-4E00-4262-A8D2-4738EC07152D}" destId="{08288311-ABE4-4E77-97CF-3197CBBD30BD}" srcOrd="1" destOrd="0" presId="urn:microsoft.com/office/officeart/2005/8/layout/chevron2"/>
    <dgm:cxn modelId="{12EFA994-A811-441E-8517-4C17BFA61A9D}" type="presParOf" srcId="{E06B8333-5ABB-441A-A59B-1B83918A029F}" destId="{E9E95E3F-AB8F-475B-915B-11E76201301F}" srcOrd="9" destOrd="0" presId="urn:microsoft.com/office/officeart/2005/8/layout/chevron2"/>
    <dgm:cxn modelId="{7ECA5BF8-D706-4687-8679-DA657BC8E6FF}" type="presParOf" srcId="{E06B8333-5ABB-441A-A59B-1B83918A029F}" destId="{8A6DE855-BBC2-4FFE-BE09-1194A2A977B7}" srcOrd="10" destOrd="0" presId="urn:microsoft.com/office/officeart/2005/8/layout/chevron2"/>
    <dgm:cxn modelId="{C1A7C33E-A1EB-4753-A45C-727F14E5BBC8}" type="presParOf" srcId="{8A6DE855-BBC2-4FFE-BE09-1194A2A977B7}" destId="{4CFE256A-8AEB-486B-A15F-D2946845B596}" srcOrd="0" destOrd="0" presId="urn:microsoft.com/office/officeart/2005/8/layout/chevron2"/>
    <dgm:cxn modelId="{A889D2B6-95D3-4DA6-BA40-0C476C4E767A}" type="presParOf" srcId="{8A6DE855-BBC2-4FFE-BE09-1194A2A977B7}" destId="{371FB870-ACFD-4489-B47F-00B87E670350}" srcOrd="1" destOrd="0" presId="urn:microsoft.com/office/officeart/2005/8/layout/chevron2"/>
    <dgm:cxn modelId="{7D73FBBC-B0CB-4892-AF92-EC0CB419A88D}" type="presParOf" srcId="{E06B8333-5ABB-441A-A59B-1B83918A029F}" destId="{27908B1A-7748-483C-90F5-553E22F69BDF}" srcOrd="11" destOrd="0" presId="urn:microsoft.com/office/officeart/2005/8/layout/chevron2"/>
    <dgm:cxn modelId="{A627ACBA-9DAB-44AD-9A15-F8D9267AA5C3}" type="presParOf" srcId="{E06B8333-5ABB-441A-A59B-1B83918A029F}" destId="{727D6D88-73CF-40D4-AF0D-7A82212AFDA9}" srcOrd="12" destOrd="0" presId="urn:microsoft.com/office/officeart/2005/8/layout/chevron2"/>
    <dgm:cxn modelId="{F3A1B75C-AB4F-45D5-94E4-CB6CD631A015}" type="presParOf" srcId="{727D6D88-73CF-40D4-AF0D-7A82212AFDA9}" destId="{C20DE5BC-D4A6-44B7-A670-2E8FDFED54FA}" srcOrd="0" destOrd="0" presId="urn:microsoft.com/office/officeart/2005/8/layout/chevron2"/>
    <dgm:cxn modelId="{133E12B2-42EB-4456-9630-42193C94A5EC}" type="presParOf" srcId="{727D6D88-73CF-40D4-AF0D-7A82212AFDA9}" destId="{7C7D2320-92B9-4D2B-B3EE-E9079F93155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16719B9-BE1E-4AB8-95FB-494CC013FAB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38C7A50-4717-45A1-845D-8DCA6C29BCE9}">
      <dgm:prSet phldrT="[Text]" phldr="0"/>
      <dgm:spPr/>
      <dgm:t>
        <a:bodyPr/>
        <a:lstStyle/>
        <a:p>
          <a:r>
            <a:rPr lang="en-IN" dirty="0"/>
            <a:t>EXCEL</a:t>
          </a:r>
        </a:p>
      </dgm:t>
    </dgm:pt>
    <dgm:pt modelId="{F2FFEB03-2F78-48EE-B202-E1D082756174}" type="parTrans" cxnId="{8C52341C-1DF4-422C-806C-0AA07B672E06}">
      <dgm:prSet/>
      <dgm:spPr/>
      <dgm:t>
        <a:bodyPr/>
        <a:lstStyle/>
        <a:p>
          <a:endParaRPr lang="en-IN"/>
        </a:p>
      </dgm:t>
    </dgm:pt>
    <dgm:pt modelId="{8AFD719B-D239-4392-9B16-551DC015D5AE}" type="sibTrans" cxnId="{8C52341C-1DF4-422C-806C-0AA07B672E06}">
      <dgm:prSet/>
      <dgm:spPr/>
      <dgm:t>
        <a:bodyPr/>
        <a:lstStyle/>
        <a:p>
          <a:endParaRPr lang="en-IN"/>
        </a:p>
      </dgm:t>
    </dgm:pt>
    <dgm:pt modelId="{7BB10A83-73D6-4C9F-9413-C3496A2A8AFD}">
      <dgm:prSet phldrT="[Text]" phldr="0"/>
      <dgm:spPr/>
      <dgm:t>
        <a:bodyPr/>
        <a:lstStyle/>
        <a:p>
          <a:r>
            <a:rPr lang="en-IN" dirty="0"/>
            <a:t>MYSQL</a:t>
          </a:r>
        </a:p>
      </dgm:t>
    </dgm:pt>
    <dgm:pt modelId="{FC5C6731-A078-41AB-81EB-AF6105FA5D9A}" type="parTrans" cxnId="{62A98E0E-9F81-4758-B83C-607BED7E3E3B}">
      <dgm:prSet/>
      <dgm:spPr/>
      <dgm:t>
        <a:bodyPr/>
        <a:lstStyle/>
        <a:p>
          <a:endParaRPr lang="en-IN"/>
        </a:p>
      </dgm:t>
    </dgm:pt>
    <dgm:pt modelId="{EE0D67D8-7F10-4E60-B388-890DC67413A9}" type="sibTrans" cxnId="{62A98E0E-9F81-4758-B83C-607BED7E3E3B}">
      <dgm:prSet/>
      <dgm:spPr/>
      <dgm:t>
        <a:bodyPr/>
        <a:lstStyle/>
        <a:p>
          <a:endParaRPr lang="en-IN"/>
        </a:p>
      </dgm:t>
    </dgm:pt>
    <dgm:pt modelId="{72D0EDD0-8B94-4EF7-90D0-E68C82E751AE}">
      <dgm:prSet phldrT="[Text]" phldr="0"/>
      <dgm:spPr/>
      <dgm:t>
        <a:bodyPr/>
        <a:lstStyle/>
        <a:p>
          <a:r>
            <a:rPr lang="en-IN" dirty="0"/>
            <a:t>POWERBI</a:t>
          </a:r>
        </a:p>
      </dgm:t>
    </dgm:pt>
    <dgm:pt modelId="{6CCCFE33-5396-49F9-A39A-9766601430CC}" type="parTrans" cxnId="{4BE491A8-9357-41E7-BB37-C8F0499F0E7A}">
      <dgm:prSet/>
      <dgm:spPr/>
      <dgm:t>
        <a:bodyPr/>
        <a:lstStyle/>
        <a:p>
          <a:endParaRPr lang="en-IN"/>
        </a:p>
      </dgm:t>
    </dgm:pt>
    <dgm:pt modelId="{0553924C-3F28-47B8-86B3-DCFC7A195087}" type="sibTrans" cxnId="{4BE491A8-9357-41E7-BB37-C8F0499F0E7A}">
      <dgm:prSet/>
      <dgm:spPr/>
      <dgm:t>
        <a:bodyPr/>
        <a:lstStyle/>
        <a:p>
          <a:endParaRPr lang="en-IN"/>
        </a:p>
      </dgm:t>
    </dgm:pt>
    <dgm:pt modelId="{6E364856-E673-4722-94AD-03C4592BCB8E}">
      <dgm:prSet phldrT="[Text]" phldr="0"/>
      <dgm:spPr/>
      <dgm:t>
        <a:bodyPr/>
        <a:lstStyle/>
        <a:p>
          <a:r>
            <a:rPr lang="en-IN" dirty="0"/>
            <a:t>TABLEAU</a:t>
          </a:r>
        </a:p>
      </dgm:t>
    </dgm:pt>
    <dgm:pt modelId="{0B4DF636-9210-4709-A748-91A0EAF57D8A}" type="parTrans" cxnId="{12853EBA-E100-4C02-840B-CE782422BFA1}">
      <dgm:prSet/>
      <dgm:spPr/>
      <dgm:t>
        <a:bodyPr/>
        <a:lstStyle/>
        <a:p>
          <a:endParaRPr lang="en-IN"/>
        </a:p>
      </dgm:t>
    </dgm:pt>
    <dgm:pt modelId="{5D513D79-E012-42FA-8779-E120B9F03ED4}" type="sibTrans" cxnId="{12853EBA-E100-4C02-840B-CE782422BFA1}">
      <dgm:prSet/>
      <dgm:spPr/>
      <dgm:t>
        <a:bodyPr/>
        <a:lstStyle/>
        <a:p>
          <a:endParaRPr lang="en-IN"/>
        </a:p>
      </dgm:t>
    </dgm:pt>
    <dgm:pt modelId="{02A0D908-669F-477C-9046-CA552D35DF0E}" type="pres">
      <dgm:prSet presAssocID="{416719B9-BE1E-4AB8-95FB-494CC013FAB5}" presName="diagram" presStyleCnt="0">
        <dgm:presLayoutVars>
          <dgm:dir/>
          <dgm:resizeHandles val="exact"/>
        </dgm:presLayoutVars>
      </dgm:prSet>
      <dgm:spPr/>
    </dgm:pt>
    <dgm:pt modelId="{2BC9CDAF-59DD-4E3D-99FC-DF69A2AD5434}" type="pres">
      <dgm:prSet presAssocID="{C38C7A50-4717-45A1-845D-8DCA6C29BCE9}" presName="node" presStyleLbl="node1" presStyleIdx="0" presStyleCnt="4">
        <dgm:presLayoutVars>
          <dgm:bulletEnabled val="1"/>
        </dgm:presLayoutVars>
      </dgm:prSet>
      <dgm:spPr/>
    </dgm:pt>
    <dgm:pt modelId="{BCCE360C-B743-4617-9987-F3A8922D50EF}" type="pres">
      <dgm:prSet presAssocID="{8AFD719B-D239-4392-9B16-551DC015D5AE}" presName="sibTrans" presStyleCnt="0"/>
      <dgm:spPr/>
    </dgm:pt>
    <dgm:pt modelId="{07AAEDA6-ACE2-4600-8D62-6DAE192C5755}" type="pres">
      <dgm:prSet presAssocID="{7BB10A83-73D6-4C9F-9413-C3496A2A8AFD}" presName="node" presStyleLbl="node1" presStyleIdx="1" presStyleCnt="4">
        <dgm:presLayoutVars>
          <dgm:bulletEnabled val="1"/>
        </dgm:presLayoutVars>
      </dgm:prSet>
      <dgm:spPr/>
    </dgm:pt>
    <dgm:pt modelId="{DB3CD385-FF6A-4C4F-A94E-AB984B7B38C1}" type="pres">
      <dgm:prSet presAssocID="{EE0D67D8-7F10-4E60-B388-890DC67413A9}" presName="sibTrans" presStyleCnt="0"/>
      <dgm:spPr/>
    </dgm:pt>
    <dgm:pt modelId="{E2394309-0AFC-4A72-83B4-C95D9D71EA65}" type="pres">
      <dgm:prSet presAssocID="{72D0EDD0-8B94-4EF7-90D0-E68C82E751AE}" presName="node" presStyleLbl="node1" presStyleIdx="2" presStyleCnt="4">
        <dgm:presLayoutVars>
          <dgm:bulletEnabled val="1"/>
        </dgm:presLayoutVars>
      </dgm:prSet>
      <dgm:spPr/>
    </dgm:pt>
    <dgm:pt modelId="{439F5B39-DE88-4233-82B8-9841775C1281}" type="pres">
      <dgm:prSet presAssocID="{0553924C-3F28-47B8-86B3-DCFC7A195087}" presName="sibTrans" presStyleCnt="0"/>
      <dgm:spPr/>
    </dgm:pt>
    <dgm:pt modelId="{17A7BC1C-DD14-4549-B320-72DEB36870FD}" type="pres">
      <dgm:prSet presAssocID="{6E364856-E673-4722-94AD-03C4592BCB8E}" presName="node" presStyleLbl="node1" presStyleIdx="3" presStyleCnt="4">
        <dgm:presLayoutVars>
          <dgm:bulletEnabled val="1"/>
        </dgm:presLayoutVars>
      </dgm:prSet>
      <dgm:spPr/>
    </dgm:pt>
  </dgm:ptLst>
  <dgm:cxnLst>
    <dgm:cxn modelId="{8511E801-45E2-48C8-8E86-CEB0FC0EC9FB}" type="presOf" srcId="{72D0EDD0-8B94-4EF7-90D0-E68C82E751AE}" destId="{E2394309-0AFC-4A72-83B4-C95D9D71EA65}" srcOrd="0" destOrd="0" presId="urn:microsoft.com/office/officeart/2005/8/layout/default"/>
    <dgm:cxn modelId="{62A98E0E-9F81-4758-B83C-607BED7E3E3B}" srcId="{416719B9-BE1E-4AB8-95FB-494CC013FAB5}" destId="{7BB10A83-73D6-4C9F-9413-C3496A2A8AFD}" srcOrd="1" destOrd="0" parTransId="{FC5C6731-A078-41AB-81EB-AF6105FA5D9A}" sibTransId="{EE0D67D8-7F10-4E60-B388-890DC67413A9}"/>
    <dgm:cxn modelId="{8C52341C-1DF4-422C-806C-0AA07B672E06}" srcId="{416719B9-BE1E-4AB8-95FB-494CC013FAB5}" destId="{C38C7A50-4717-45A1-845D-8DCA6C29BCE9}" srcOrd="0" destOrd="0" parTransId="{F2FFEB03-2F78-48EE-B202-E1D082756174}" sibTransId="{8AFD719B-D239-4392-9B16-551DC015D5AE}"/>
    <dgm:cxn modelId="{B1A13F5C-4FA1-4E02-8CE7-46B7B2890A64}" type="presOf" srcId="{6E364856-E673-4722-94AD-03C4592BCB8E}" destId="{17A7BC1C-DD14-4549-B320-72DEB36870FD}" srcOrd="0" destOrd="0" presId="urn:microsoft.com/office/officeart/2005/8/layout/default"/>
    <dgm:cxn modelId="{4BE491A8-9357-41E7-BB37-C8F0499F0E7A}" srcId="{416719B9-BE1E-4AB8-95FB-494CC013FAB5}" destId="{72D0EDD0-8B94-4EF7-90D0-E68C82E751AE}" srcOrd="2" destOrd="0" parTransId="{6CCCFE33-5396-49F9-A39A-9766601430CC}" sibTransId="{0553924C-3F28-47B8-86B3-DCFC7A195087}"/>
    <dgm:cxn modelId="{98E7BAAA-27C3-4E4F-B402-D2D666381A3F}" type="presOf" srcId="{C38C7A50-4717-45A1-845D-8DCA6C29BCE9}" destId="{2BC9CDAF-59DD-4E3D-99FC-DF69A2AD5434}" srcOrd="0" destOrd="0" presId="urn:microsoft.com/office/officeart/2005/8/layout/default"/>
    <dgm:cxn modelId="{12853EBA-E100-4C02-840B-CE782422BFA1}" srcId="{416719B9-BE1E-4AB8-95FB-494CC013FAB5}" destId="{6E364856-E673-4722-94AD-03C4592BCB8E}" srcOrd="3" destOrd="0" parTransId="{0B4DF636-9210-4709-A748-91A0EAF57D8A}" sibTransId="{5D513D79-E012-42FA-8779-E120B9F03ED4}"/>
    <dgm:cxn modelId="{392621EA-449E-440E-9AC0-8FA4929BC5FF}" type="presOf" srcId="{7BB10A83-73D6-4C9F-9413-C3496A2A8AFD}" destId="{07AAEDA6-ACE2-4600-8D62-6DAE192C5755}" srcOrd="0" destOrd="0" presId="urn:microsoft.com/office/officeart/2005/8/layout/default"/>
    <dgm:cxn modelId="{0B4044F8-8BC5-48D8-B65B-D03FD2DFEB5C}" type="presOf" srcId="{416719B9-BE1E-4AB8-95FB-494CC013FAB5}" destId="{02A0D908-669F-477C-9046-CA552D35DF0E}" srcOrd="0" destOrd="0" presId="urn:microsoft.com/office/officeart/2005/8/layout/default"/>
    <dgm:cxn modelId="{F9995D17-3592-48E9-BEAB-863719347929}" type="presParOf" srcId="{02A0D908-669F-477C-9046-CA552D35DF0E}" destId="{2BC9CDAF-59DD-4E3D-99FC-DF69A2AD5434}" srcOrd="0" destOrd="0" presId="urn:microsoft.com/office/officeart/2005/8/layout/default"/>
    <dgm:cxn modelId="{727B88AD-4248-4B95-BF5E-96F53EFD8B95}" type="presParOf" srcId="{02A0D908-669F-477C-9046-CA552D35DF0E}" destId="{BCCE360C-B743-4617-9987-F3A8922D50EF}" srcOrd="1" destOrd="0" presId="urn:microsoft.com/office/officeart/2005/8/layout/default"/>
    <dgm:cxn modelId="{C194D979-9D8E-445D-A04F-118B5638FE8D}" type="presParOf" srcId="{02A0D908-669F-477C-9046-CA552D35DF0E}" destId="{07AAEDA6-ACE2-4600-8D62-6DAE192C5755}" srcOrd="2" destOrd="0" presId="urn:microsoft.com/office/officeart/2005/8/layout/default"/>
    <dgm:cxn modelId="{5CB574EF-9CA6-4592-BF1C-33FEF66B72E4}" type="presParOf" srcId="{02A0D908-669F-477C-9046-CA552D35DF0E}" destId="{DB3CD385-FF6A-4C4F-A94E-AB984B7B38C1}" srcOrd="3" destOrd="0" presId="urn:microsoft.com/office/officeart/2005/8/layout/default"/>
    <dgm:cxn modelId="{6EE6521A-57E1-4CCD-A908-19864BD96ADC}" type="presParOf" srcId="{02A0D908-669F-477C-9046-CA552D35DF0E}" destId="{E2394309-0AFC-4A72-83B4-C95D9D71EA65}" srcOrd="4" destOrd="0" presId="urn:microsoft.com/office/officeart/2005/8/layout/default"/>
    <dgm:cxn modelId="{3E1358B7-A1BE-4527-8546-C34FF89723CD}" type="presParOf" srcId="{02A0D908-669F-477C-9046-CA552D35DF0E}" destId="{439F5B39-DE88-4233-82B8-9841775C1281}" srcOrd="5" destOrd="0" presId="urn:microsoft.com/office/officeart/2005/8/layout/default"/>
    <dgm:cxn modelId="{FE255363-02EF-4887-A1E6-778C833ADA1C}" type="presParOf" srcId="{02A0D908-669F-477C-9046-CA552D35DF0E}" destId="{17A7BC1C-DD14-4549-B320-72DEB36870FD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C281A3-7382-40BC-BA04-104E12700D1A}">
      <dsp:nvSpPr>
        <dsp:cNvPr id="0" name=""/>
        <dsp:cNvSpPr/>
      </dsp:nvSpPr>
      <dsp:spPr>
        <a:xfrm rot="5400000">
          <a:off x="-121975" y="127751"/>
          <a:ext cx="813172" cy="56922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1</a:t>
          </a:r>
        </a:p>
      </dsp:txBody>
      <dsp:txXfrm rot="-5400000">
        <a:off x="1" y="290385"/>
        <a:ext cx="569220" cy="243952"/>
      </dsp:txXfrm>
    </dsp:sp>
    <dsp:sp modelId="{9B0E8CD7-71DB-4BB1-9C56-7F36F947F2E5}">
      <dsp:nvSpPr>
        <dsp:cNvPr id="0" name=""/>
        <dsp:cNvSpPr/>
      </dsp:nvSpPr>
      <dsp:spPr>
        <a:xfrm rot="5400000">
          <a:off x="2868165" y="-2298944"/>
          <a:ext cx="528840" cy="51267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2800" b="0" i="0" kern="1200" dirty="0"/>
            <a:t>GAJJELA NARENDRA KUMAR</a:t>
          </a:r>
          <a:endParaRPr lang="en-IN" sz="2800" kern="1200" dirty="0"/>
        </a:p>
      </dsp:txBody>
      <dsp:txXfrm rot="-5400000">
        <a:off x="569221" y="25816"/>
        <a:ext cx="5100913" cy="477208"/>
      </dsp:txXfrm>
    </dsp:sp>
    <dsp:sp modelId="{AF764661-0000-46B5-83B8-BF8AD302D617}">
      <dsp:nvSpPr>
        <dsp:cNvPr id="0" name=""/>
        <dsp:cNvSpPr/>
      </dsp:nvSpPr>
      <dsp:spPr>
        <a:xfrm rot="5400000">
          <a:off x="-121975" y="857174"/>
          <a:ext cx="813172" cy="56922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2</a:t>
          </a:r>
        </a:p>
      </dsp:txBody>
      <dsp:txXfrm rot="-5400000">
        <a:off x="1" y="1019808"/>
        <a:ext cx="569220" cy="243952"/>
      </dsp:txXfrm>
    </dsp:sp>
    <dsp:sp modelId="{FEF1C106-9173-4676-A02D-AA9E98670BBB}">
      <dsp:nvSpPr>
        <dsp:cNvPr id="0" name=""/>
        <dsp:cNvSpPr/>
      </dsp:nvSpPr>
      <dsp:spPr>
        <a:xfrm rot="5400000">
          <a:off x="2868304" y="-1563884"/>
          <a:ext cx="528562" cy="51267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2800" b="0" i="0" kern="1200" dirty="0"/>
            <a:t>SEJAL DINESH BUDAR</a:t>
          </a:r>
          <a:endParaRPr lang="en-IN" sz="2800" kern="1200" dirty="0"/>
        </a:p>
      </dsp:txBody>
      <dsp:txXfrm rot="-5400000">
        <a:off x="569221" y="761001"/>
        <a:ext cx="5100927" cy="476958"/>
      </dsp:txXfrm>
    </dsp:sp>
    <dsp:sp modelId="{A7AA1FAD-67D4-4171-9CCD-2A52A3706C7C}">
      <dsp:nvSpPr>
        <dsp:cNvPr id="0" name=""/>
        <dsp:cNvSpPr/>
      </dsp:nvSpPr>
      <dsp:spPr>
        <a:xfrm rot="5400000">
          <a:off x="-121975" y="1586598"/>
          <a:ext cx="813172" cy="56922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3</a:t>
          </a:r>
        </a:p>
      </dsp:txBody>
      <dsp:txXfrm rot="-5400000">
        <a:off x="1" y="1749232"/>
        <a:ext cx="569220" cy="243952"/>
      </dsp:txXfrm>
    </dsp:sp>
    <dsp:sp modelId="{11F7486E-6BA5-4E52-9AA4-3F9229FEBE5E}">
      <dsp:nvSpPr>
        <dsp:cNvPr id="0" name=""/>
        <dsp:cNvSpPr/>
      </dsp:nvSpPr>
      <dsp:spPr>
        <a:xfrm rot="5400000">
          <a:off x="2868304" y="-834461"/>
          <a:ext cx="528562" cy="51267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2800" b="0" i="0" kern="1200" dirty="0"/>
            <a:t>ADITYA KAPSE</a:t>
          </a:r>
          <a:endParaRPr lang="en-IN" sz="2800" kern="1200" dirty="0"/>
        </a:p>
      </dsp:txBody>
      <dsp:txXfrm rot="-5400000">
        <a:off x="569221" y="1490424"/>
        <a:ext cx="5100927" cy="476958"/>
      </dsp:txXfrm>
    </dsp:sp>
    <dsp:sp modelId="{58FAF061-8139-4AE4-BA06-04544D51B51D}">
      <dsp:nvSpPr>
        <dsp:cNvPr id="0" name=""/>
        <dsp:cNvSpPr/>
      </dsp:nvSpPr>
      <dsp:spPr>
        <a:xfrm rot="5400000">
          <a:off x="-121975" y="2316021"/>
          <a:ext cx="813172" cy="56922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4</a:t>
          </a:r>
        </a:p>
      </dsp:txBody>
      <dsp:txXfrm rot="-5400000">
        <a:off x="1" y="2478655"/>
        <a:ext cx="569220" cy="243952"/>
      </dsp:txXfrm>
    </dsp:sp>
    <dsp:sp modelId="{D51405D4-9110-494C-BDD2-1D7C0E2419D2}">
      <dsp:nvSpPr>
        <dsp:cNvPr id="0" name=""/>
        <dsp:cNvSpPr/>
      </dsp:nvSpPr>
      <dsp:spPr>
        <a:xfrm rot="5400000">
          <a:off x="2868304" y="-105037"/>
          <a:ext cx="528562" cy="51267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2800" b="0" i="0" kern="1200" dirty="0"/>
            <a:t>NUNE BHAVYA SRI</a:t>
          </a:r>
          <a:endParaRPr lang="en-IN" sz="2800" kern="1200" dirty="0"/>
        </a:p>
      </dsp:txBody>
      <dsp:txXfrm rot="-5400000">
        <a:off x="569221" y="2219848"/>
        <a:ext cx="5100927" cy="476958"/>
      </dsp:txXfrm>
    </dsp:sp>
    <dsp:sp modelId="{FE719B43-5DF4-44B8-BACB-F745967DD9E1}">
      <dsp:nvSpPr>
        <dsp:cNvPr id="0" name=""/>
        <dsp:cNvSpPr/>
      </dsp:nvSpPr>
      <dsp:spPr>
        <a:xfrm rot="5400000">
          <a:off x="-121975" y="3045445"/>
          <a:ext cx="813172" cy="56922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5</a:t>
          </a:r>
        </a:p>
      </dsp:txBody>
      <dsp:txXfrm rot="-5400000">
        <a:off x="1" y="3208079"/>
        <a:ext cx="569220" cy="243952"/>
      </dsp:txXfrm>
    </dsp:sp>
    <dsp:sp modelId="{08288311-ABE4-4E77-97CF-3197CBBD30BD}">
      <dsp:nvSpPr>
        <dsp:cNvPr id="0" name=""/>
        <dsp:cNvSpPr/>
      </dsp:nvSpPr>
      <dsp:spPr>
        <a:xfrm rot="5400000">
          <a:off x="2868304" y="624385"/>
          <a:ext cx="528562" cy="51267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2800" b="0" i="0" kern="1200" dirty="0"/>
            <a:t>SILVERI CHANDU YADHAV</a:t>
          </a:r>
          <a:endParaRPr lang="en-IN" sz="2800" kern="1200" dirty="0"/>
        </a:p>
      </dsp:txBody>
      <dsp:txXfrm rot="-5400000">
        <a:off x="569221" y="2949270"/>
        <a:ext cx="5100927" cy="476958"/>
      </dsp:txXfrm>
    </dsp:sp>
    <dsp:sp modelId="{4CFE256A-8AEB-486B-A15F-D2946845B596}">
      <dsp:nvSpPr>
        <dsp:cNvPr id="0" name=""/>
        <dsp:cNvSpPr/>
      </dsp:nvSpPr>
      <dsp:spPr>
        <a:xfrm rot="5400000">
          <a:off x="-121975" y="3774868"/>
          <a:ext cx="813172" cy="56922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6</a:t>
          </a:r>
        </a:p>
      </dsp:txBody>
      <dsp:txXfrm rot="-5400000">
        <a:off x="1" y="3937502"/>
        <a:ext cx="569220" cy="243952"/>
      </dsp:txXfrm>
    </dsp:sp>
    <dsp:sp modelId="{371FB870-ACFD-4489-B47F-00B87E670350}">
      <dsp:nvSpPr>
        <dsp:cNvPr id="0" name=""/>
        <dsp:cNvSpPr/>
      </dsp:nvSpPr>
      <dsp:spPr>
        <a:xfrm rot="5400000">
          <a:off x="2868304" y="1353809"/>
          <a:ext cx="528562" cy="51267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2800" b="0" i="0" kern="1200"/>
            <a:t>SHAIK KARISHMA</a:t>
          </a:r>
          <a:endParaRPr lang="en-IN" sz="2800" kern="1200"/>
        </a:p>
      </dsp:txBody>
      <dsp:txXfrm rot="-5400000">
        <a:off x="569221" y="3678694"/>
        <a:ext cx="5100927" cy="476958"/>
      </dsp:txXfrm>
    </dsp:sp>
    <dsp:sp modelId="{C20DE5BC-D4A6-44B7-A670-2E8FDFED54FA}">
      <dsp:nvSpPr>
        <dsp:cNvPr id="0" name=""/>
        <dsp:cNvSpPr/>
      </dsp:nvSpPr>
      <dsp:spPr>
        <a:xfrm rot="5400000">
          <a:off x="-121975" y="4504292"/>
          <a:ext cx="813172" cy="56922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7</a:t>
          </a:r>
        </a:p>
      </dsp:txBody>
      <dsp:txXfrm rot="-5400000">
        <a:off x="1" y="4666926"/>
        <a:ext cx="569220" cy="243952"/>
      </dsp:txXfrm>
    </dsp:sp>
    <dsp:sp modelId="{7C7D2320-92B9-4D2B-B3EE-E9079F93155E}">
      <dsp:nvSpPr>
        <dsp:cNvPr id="0" name=""/>
        <dsp:cNvSpPr/>
      </dsp:nvSpPr>
      <dsp:spPr>
        <a:xfrm rot="5400000">
          <a:off x="2868304" y="2083232"/>
          <a:ext cx="528562" cy="51267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2800" b="0" i="0" kern="1200" dirty="0"/>
            <a:t>JAY DWIVEDI</a:t>
          </a:r>
          <a:endParaRPr lang="en-IN" sz="2800" kern="1200" dirty="0"/>
        </a:p>
      </dsp:txBody>
      <dsp:txXfrm rot="-5400000">
        <a:off x="569221" y="4408117"/>
        <a:ext cx="5100927" cy="4769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C9CDAF-59DD-4E3D-99FC-DF69A2AD5434}">
      <dsp:nvSpPr>
        <dsp:cNvPr id="0" name=""/>
        <dsp:cNvSpPr/>
      </dsp:nvSpPr>
      <dsp:spPr>
        <a:xfrm>
          <a:off x="1083862" y="450"/>
          <a:ext cx="3039490" cy="18236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0" kern="1200" dirty="0"/>
            <a:t>EXCEL</a:t>
          </a:r>
        </a:p>
      </dsp:txBody>
      <dsp:txXfrm>
        <a:off x="1083862" y="450"/>
        <a:ext cx="3039490" cy="1823694"/>
      </dsp:txXfrm>
    </dsp:sp>
    <dsp:sp modelId="{07AAEDA6-ACE2-4600-8D62-6DAE192C5755}">
      <dsp:nvSpPr>
        <dsp:cNvPr id="0" name=""/>
        <dsp:cNvSpPr/>
      </dsp:nvSpPr>
      <dsp:spPr>
        <a:xfrm>
          <a:off x="4427302" y="450"/>
          <a:ext cx="3039490" cy="18236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0" kern="1200" dirty="0"/>
            <a:t>MYSQL</a:t>
          </a:r>
        </a:p>
      </dsp:txBody>
      <dsp:txXfrm>
        <a:off x="4427302" y="450"/>
        <a:ext cx="3039490" cy="1823694"/>
      </dsp:txXfrm>
    </dsp:sp>
    <dsp:sp modelId="{E2394309-0AFC-4A72-83B4-C95D9D71EA65}">
      <dsp:nvSpPr>
        <dsp:cNvPr id="0" name=""/>
        <dsp:cNvSpPr/>
      </dsp:nvSpPr>
      <dsp:spPr>
        <a:xfrm>
          <a:off x="1083862" y="2128094"/>
          <a:ext cx="3039490" cy="18236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0" kern="1200" dirty="0"/>
            <a:t>POWERBI</a:t>
          </a:r>
        </a:p>
      </dsp:txBody>
      <dsp:txXfrm>
        <a:off x="1083862" y="2128094"/>
        <a:ext cx="3039490" cy="1823694"/>
      </dsp:txXfrm>
    </dsp:sp>
    <dsp:sp modelId="{17A7BC1C-DD14-4549-B320-72DEB36870FD}">
      <dsp:nvSpPr>
        <dsp:cNvPr id="0" name=""/>
        <dsp:cNvSpPr/>
      </dsp:nvSpPr>
      <dsp:spPr>
        <a:xfrm>
          <a:off x="4427302" y="2128094"/>
          <a:ext cx="3039490" cy="18236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0" kern="1200" dirty="0"/>
            <a:t>TABLEAU</a:t>
          </a:r>
        </a:p>
      </dsp:txBody>
      <dsp:txXfrm>
        <a:off x="4427302" y="2128094"/>
        <a:ext cx="3039490" cy="18236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49852A6-C536-198B-0B36-808C24FAAF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40B29C-E84A-E4D1-8998-1A961EC23B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5AE42-7DC1-8140-9B13-146984FDEF22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CE4DE7-ED89-D264-F004-38F2DF4879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7E8591-FF54-5A00-A703-95ABC16B78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69B77-94AB-0344-9EBF-9DB9EE8D3A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5974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F75F72-8950-AF4F-9381-1D26FB547EA1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5476F-A808-1F46-A368-07984F6DA2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252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5476F-A808-1F46-A368-07984F6DA22E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606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5476F-A808-1F46-A368-07984F6DA22E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204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D90036E-D78E-7995-BEF4-F64DA613C7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463040"/>
            <a:ext cx="6327648" cy="2180543"/>
          </a:xfrm>
          <a:noFill/>
        </p:spPr>
        <p:txBody>
          <a:bodyPr anchor="b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1096" y="3995928"/>
            <a:ext cx="5321808" cy="824404"/>
          </a:xfrm>
          <a:noFill/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48" y="530352"/>
            <a:ext cx="5385816" cy="1810512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B3132E8-A261-CEAB-129F-0FED7AD8D0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5174458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Content Placeholder 5">
            <a:extLst>
              <a:ext uri="{FF2B5EF4-FFF2-40B4-BE49-F238E27FC236}">
                <a16:creationId xmlns:a16="http://schemas.microsoft.com/office/drawing/2014/main" id="{9BEB2D80-6263-5794-6A1A-CFF345F7A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9048" y="2962656"/>
            <a:ext cx="5385816" cy="27066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Clr>
                <a:srgbClr val="73292A"/>
              </a:buClr>
              <a:buNone/>
              <a:defRPr sz="2400"/>
            </a:lvl1pPr>
            <a:lvl2pPr marL="228600">
              <a:buClr>
                <a:srgbClr val="73292A"/>
              </a:buClr>
              <a:defRPr sz="2000"/>
            </a:lvl2pPr>
            <a:lvl3pPr marL="685800">
              <a:buClr>
                <a:srgbClr val="73292A"/>
              </a:buClr>
              <a:defRPr sz="1800"/>
            </a:lvl3pPr>
            <a:lvl4pPr marL="1143000">
              <a:buClr>
                <a:srgbClr val="73292A"/>
              </a:buClr>
              <a:defRPr sz="1600"/>
            </a:lvl4pPr>
            <a:lvl5pPr marL="1600200">
              <a:buClr>
                <a:srgbClr val="73292A"/>
              </a:buCl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4928" y="6356350"/>
            <a:ext cx="71628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AF8C32-80F8-F614-8280-02F76781F238}"/>
              </a:ext>
            </a:extLst>
          </p:cNvPr>
          <p:cNvSpPr/>
          <p:nvPr userDrawn="1"/>
        </p:nvSpPr>
        <p:spPr>
          <a:xfrm>
            <a:off x="5174459" y="0"/>
            <a:ext cx="4571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2CB607F-27CE-D613-F812-E70C738FA0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723"/>
          <a:stretch/>
        </p:blipFill>
        <p:spPr>
          <a:xfrm>
            <a:off x="9959711" y="738051"/>
            <a:ext cx="2232289" cy="5381892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A689F60-3D32-FD74-24A9-266643081E85}"/>
              </a:ext>
            </a:extLst>
          </p:cNvPr>
          <p:cNvCxnSpPr>
            <a:cxnSpLocks/>
          </p:cNvCxnSpPr>
          <p:nvPr userDrawn="1"/>
        </p:nvCxnSpPr>
        <p:spPr>
          <a:xfrm>
            <a:off x="6189979" y="2649682"/>
            <a:ext cx="332598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B827D708-B036-EE04-B213-EC3EAAE0681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29920" y="2509197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980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912" y="2185416"/>
            <a:ext cx="9052560" cy="2487168"/>
          </a:xfrm>
          <a:noFill/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F691F67-3A33-EA2C-967A-86934DA1D4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9401" b="24659"/>
          <a:stretch/>
        </p:blipFill>
        <p:spPr>
          <a:xfrm>
            <a:off x="5856445" y="726334"/>
            <a:ext cx="1898043" cy="54053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722376"/>
            <a:ext cx="6419088" cy="2350008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6B0D1AB-E9D6-841F-7178-F60F07AF3B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79" y="3931920"/>
            <a:ext cx="6419088" cy="1389888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B3132E8-A261-CEAB-129F-0FED7AD8D0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54488" y="0"/>
            <a:ext cx="4434464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B41B1E5-0891-6540-C6C6-2E4CF929E2D5}"/>
              </a:ext>
            </a:extLst>
          </p:cNvPr>
          <p:cNvCxnSpPr>
            <a:cxnSpLocks/>
          </p:cNvCxnSpPr>
          <p:nvPr userDrawn="1"/>
        </p:nvCxnSpPr>
        <p:spPr>
          <a:xfrm>
            <a:off x="1679972" y="3432325"/>
            <a:ext cx="437642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picture containing text&#10;&#10;Description automatically generated">
            <a:extLst>
              <a:ext uri="{FF2B5EF4-FFF2-40B4-BE49-F238E27FC236}">
                <a16:creationId xmlns:a16="http://schemas.microsoft.com/office/drawing/2014/main" id="{2CA6CDBD-54C9-2154-A4D6-F432B3CF27F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3169" y="3291840"/>
            <a:ext cx="972078" cy="28538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7541814-983F-1B1C-1D5D-EBAC0D9BEB4C}"/>
              </a:ext>
            </a:extLst>
          </p:cNvPr>
          <p:cNvSpPr/>
          <p:nvPr userDrawn="1"/>
        </p:nvSpPr>
        <p:spPr>
          <a:xfrm>
            <a:off x="7711438" y="0"/>
            <a:ext cx="45719" cy="6858000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17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D338C08-B5A9-DA78-1FE4-12BEFEB61B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136" t="6121"/>
          <a:stretch/>
        </p:blipFill>
        <p:spPr>
          <a:xfrm rot="16200000" flipH="1" flipV="1">
            <a:off x="7528785" y="-1437953"/>
            <a:ext cx="3225262" cy="610116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0" y="0"/>
            <a:ext cx="47909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30C4EDD-E959-BB97-7574-864A6EDFD3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2292"/>
          <a:stretch/>
        </p:blipFill>
        <p:spPr>
          <a:xfrm>
            <a:off x="602251" y="4944272"/>
            <a:ext cx="3848748" cy="19137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1408176"/>
            <a:ext cx="3392424" cy="40142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724144" y="1536192"/>
            <a:ext cx="5696712" cy="3758184"/>
          </a:xfrm>
        </p:spPr>
        <p:txBody>
          <a:bodyPr/>
          <a:lstStyle>
            <a:lvl1pPr>
              <a:spcAft>
                <a:spcPts val="600"/>
              </a:spcAft>
              <a:buClr>
                <a:schemeClr val="accent2"/>
              </a:buClr>
              <a:defRPr sz="2200"/>
            </a:lvl1pPr>
            <a:lvl2pPr>
              <a:buClr>
                <a:schemeClr val="accent2"/>
              </a:buClr>
              <a:defRPr sz="2000"/>
            </a:lvl2pPr>
            <a:lvl3pPr>
              <a:buClr>
                <a:schemeClr val="accent2"/>
              </a:buClr>
              <a:defRPr sz="1800"/>
            </a:lvl3pPr>
            <a:lvl4pPr>
              <a:buClr>
                <a:schemeClr val="accent2"/>
              </a:buClr>
              <a:defRPr sz="1600"/>
            </a:lvl4pPr>
            <a:lvl5pPr>
              <a:buClr>
                <a:schemeClr val="accent2"/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724144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7048F4-9454-D035-3356-DD623DFCEE42}"/>
              </a:ext>
            </a:extLst>
          </p:cNvPr>
          <p:cNvSpPr/>
          <p:nvPr userDrawn="1"/>
        </p:nvSpPr>
        <p:spPr>
          <a:xfrm rot="5400000">
            <a:off x="1361771" y="3406143"/>
            <a:ext cx="6857999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420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2276856"/>
            <a:ext cx="9144000" cy="1508760"/>
          </a:xfrm>
          <a:noFill/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B724EDC-0FF4-BC78-C7CF-5B31189CB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841248"/>
          </a:xfrm>
          <a:noFill/>
        </p:spPr>
        <p:txBody>
          <a:bodyPr anchor="t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1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523744"/>
            <a:ext cx="4864608" cy="3694176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84264" y="2523744"/>
            <a:ext cx="4864608" cy="3694176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098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B7F52C37-6A33-FD57-31EC-516F581DF1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7420" b="36176"/>
          <a:stretch/>
        </p:blipFill>
        <p:spPr>
          <a:xfrm>
            <a:off x="0" y="2510651"/>
            <a:ext cx="2841744" cy="43473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7397496" y="0"/>
            <a:ext cx="47909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1584" y="1408176"/>
            <a:ext cx="3392424" cy="40142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685800"/>
            <a:ext cx="5276088" cy="1563624"/>
          </a:xfrm>
        </p:spPr>
        <p:txBody>
          <a:bodyPr>
            <a:noAutofit/>
          </a:bodyPr>
          <a:lstStyle>
            <a:lvl1pPr marL="457200" indent="-457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+mj-lt"/>
              <a:buAutoNum type="arabicPeriod"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914400" indent="-457200">
              <a:buClr>
                <a:schemeClr val="accent2"/>
              </a:buClr>
              <a:buFont typeface="+mj-lt"/>
              <a:buAutoNum type="alphaLcPeriod"/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1371600" indent="-457200">
              <a:buClr>
                <a:schemeClr val="accent2"/>
              </a:buClr>
              <a:buFont typeface="+mj-lt"/>
              <a:buAutoNum type="romanLcPeriod"/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714500" indent="-342900">
              <a:buClr>
                <a:schemeClr val="accent2"/>
              </a:buClr>
              <a:buFont typeface="+mj-lt"/>
              <a:buAutoNum type="arabicParenR"/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2171700" indent="-342900">
              <a:buClr>
                <a:schemeClr val="accent2"/>
              </a:buClr>
              <a:buFont typeface="+mj-lt"/>
              <a:buAutoNum type="alphaLcParenR"/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EC526101-2775-A309-0B4A-DB278C3974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32688" y="2697480"/>
            <a:ext cx="5276088" cy="3483864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4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5719EF3-43BC-5F74-7396-273F72ED3C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2292"/>
          <a:stretch/>
        </p:blipFill>
        <p:spPr>
          <a:xfrm>
            <a:off x="8001534" y="4944272"/>
            <a:ext cx="3848748" cy="191372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37D205C-32E5-5A54-8D89-CB56198B06E5}"/>
              </a:ext>
            </a:extLst>
          </p:cNvPr>
          <p:cNvSpPr/>
          <p:nvPr userDrawn="1"/>
        </p:nvSpPr>
        <p:spPr>
          <a:xfrm rot="5400000">
            <a:off x="3949200" y="3406143"/>
            <a:ext cx="6857999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182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516D97AE-EB24-C3DA-21A1-E8EE4631AC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118" r="47395" b="22709"/>
          <a:stretch/>
        </p:blipFill>
        <p:spPr>
          <a:xfrm flipH="1">
            <a:off x="4448831" y="805912"/>
            <a:ext cx="1464735" cy="496143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CBF43B9-3946-05E6-521F-EE4BB59B49D0}"/>
              </a:ext>
            </a:extLst>
          </p:cNvPr>
          <p:cNvSpPr/>
          <p:nvPr userDrawn="1"/>
        </p:nvSpPr>
        <p:spPr>
          <a:xfrm>
            <a:off x="4434840" y="0"/>
            <a:ext cx="45719" cy="6858000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14DEF57-E0D6-D7CA-5D3C-FC97EAB06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3792" y="557784"/>
            <a:ext cx="6419088" cy="1929384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930B4666-31C5-1F2B-27D9-2A9F6EC970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434464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193792" y="3328416"/>
            <a:ext cx="6419088" cy="2441448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120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algn="ctr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2pPr>
            <a:lvl3pPr algn="ctr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3pPr>
            <a:lvl4pPr algn="ctr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4pPr>
            <a:lvl5pPr algn="ctr">
              <a:buClr>
                <a:schemeClr val="accent2"/>
              </a:buClr>
              <a:defRPr sz="14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193792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89EEBF9-800C-88AE-FE83-60B5F47AFC14}"/>
              </a:ext>
            </a:extLst>
          </p:cNvPr>
          <p:cNvCxnSpPr>
            <a:cxnSpLocks/>
          </p:cNvCxnSpPr>
          <p:nvPr userDrawn="1"/>
        </p:nvCxnSpPr>
        <p:spPr>
          <a:xfrm>
            <a:off x="6174481" y="2843389"/>
            <a:ext cx="437642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picture containing text&#10;&#10;Description automatically generated">
            <a:extLst>
              <a:ext uri="{FF2B5EF4-FFF2-40B4-BE49-F238E27FC236}">
                <a16:creationId xmlns:a16="http://schemas.microsoft.com/office/drawing/2014/main" id="{301D77B6-9ED1-094C-66A3-7D5AB0CDEA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4042" y="2702904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649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770632"/>
            <a:ext cx="2487168" cy="3502152"/>
          </a:xfrm>
        </p:spPr>
        <p:txBody>
          <a:bodyPr lIns="91440" rIns="91440"/>
          <a:lstStyle>
            <a:lvl1pPr marL="0" indent="0">
              <a:spcAft>
                <a:spcPts val="120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85616" y="2770632"/>
            <a:ext cx="7571232" cy="3392424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990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432304"/>
            <a:ext cx="6163056" cy="3739896"/>
          </a:xfrm>
        </p:spPr>
        <p:txBody>
          <a:bodyPr lIns="91440" rIns="91440"/>
          <a:lstStyle>
            <a:lvl1pPr marL="228600" indent="-228600"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685800">
              <a:spcBef>
                <a:spcPts val="5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11430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6002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20574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4928" y="2441448"/>
            <a:ext cx="4169664" cy="3703320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EB1C5A3-22FF-382D-3801-B6D9C4AC53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52051"/>
          <a:stretch/>
        </p:blipFill>
        <p:spPr>
          <a:xfrm>
            <a:off x="4629335" y="1815780"/>
            <a:ext cx="5586493" cy="504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7676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770632"/>
            <a:ext cx="10515600" cy="3392424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999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7632" y="822960"/>
            <a:ext cx="6327648" cy="2221992"/>
          </a:xfrm>
          <a:noFill/>
        </p:spPr>
        <p:txBody>
          <a:bodyPr anchor="b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B724EDC-0FF4-BC78-C7CF-5B31189CB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7632" y="3428999"/>
            <a:ext cx="6309360" cy="1703439"/>
          </a:xfrm>
          <a:noFill/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006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6140" y="6356350"/>
            <a:ext cx="784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76" r:id="rId4"/>
    <p:sldLayoutId id="2147483678" r:id="rId5"/>
    <p:sldLayoutId id="2147483684" r:id="rId6"/>
    <p:sldLayoutId id="2147483677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5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accent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accent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bouquet of flowers">
            <a:extLst>
              <a:ext uri="{FF2B5EF4-FFF2-40B4-BE49-F238E27FC236}">
                <a16:creationId xmlns:a16="http://schemas.microsoft.com/office/drawing/2014/main" id="{2E09DD34-43D4-3713-535D-7E9D95D3F4B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F9772E4-10E9-13DE-8AE8-35BBB9DD1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130" y="2182761"/>
            <a:ext cx="7688826" cy="1460822"/>
          </a:xfrm>
        </p:spPr>
        <p:txBody>
          <a:bodyPr/>
          <a:lstStyle/>
          <a:p>
            <a:r>
              <a:rPr lang="en-US" dirty="0"/>
              <a:t> BANK LOAN ANALYTICS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7C09E8F-C241-2F75-70EA-32EC69551E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1096" y="3995928"/>
            <a:ext cx="5321808" cy="824404"/>
          </a:xfrm>
        </p:spPr>
        <p:txBody>
          <a:bodyPr/>
          <a:lstStyle/>
          <a:p>
            <a:r>
              <a:rPr lang="en-US" dirty="0"/>
              <a:t>By Group-2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18DF20-A4C4-3800-A69E-4E11F5A11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915117" y="3822700"/>
            <a:ext cx="53213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laque 12">
            <a:extLst>
              <a:ext uri="{FF2B5EF4-FFF2-40B4-BE49-F238E27FC236}">
                <a16:creationId xmlns:a16="http://schemas.microsoft.com/office/drawing/2014/main" id="{AC9EB422-5602-36FF-E543-5B0C70E56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4129" y="1828800"/>
            <a:ext cx="7836310" cy="3519948"/>
          </a:xfrm>
          <a:prstGeom prst="plaque">
            <a:avLst>
              <a:gd name="adj" fmla="val 7602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053B63A-99EB-DBC1-DE80-E5E5214EF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9728" y="3681876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1593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25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AA107-D33D-832D-965A-0D485856C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MEET THE TEAM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5661F13-9900-641D-E7A4-9AE977FA9A4D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1881390913"/>
              </p:ext>
            </p:extLst>
          </p:nvPr>
        </p:nvGraphicFramePr>
        <p:xfrm>
          <a:off x="5724906" y="972084"/>
          <a:ext cx="5695950" cy="5201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91A8F8-D0E0-C254-2ACA-9740B4D44A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57437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29978-3D4B-BDE6-82A8-5C1827BB9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B296D-452B-F010-FBFE-A8597962AA7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063398" y="876300"/>
            <a:ext cx="5276088" cy="5633830"/>
          </a:xfrm>
        </p:spPr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BUSINESS OBJECTIVE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DATASET OVERVIEW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TOOLS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DATA CLEANING &amp; PREPARATION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KPIs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DASHBOARDS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SUGGESTIONS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LIMITATIONS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CONCLUSION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3F269-6BEF-72B0-6F07-D48E15A77D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424950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37373A6-50C5-3BC1-0D7F-A5BF22301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3458046-6481-405E-74E7-6077AF6AC38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71144" y="2799016"/>
            <a:ext cx="10811256" cy="373989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This project focuses on analyzing bank loan customer data to understand customer behavior, loan performance, and repayment patterns.</a:t>
            </a:r>
          </a:p>
          <a:p>
            <a:pPr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Using data analytics tools, we identify risks, trends, and key insights that help banks make better financial decisions.</a:t>
            </a:r>
            <a:endParaRPr lang="en-IN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669FF-9465-9669-EC2B-84482CEFF6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803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8BFABB0-AB49-15BA-22B8-86326A4D9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165" y="1408176"/>
            <a:ext cx="3698947" cy="401421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4800" dirty="0"/>
              <a:t>BUSINESS OBJECTIVE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863C4-4F0F-B0DF-2012-E27BF1A3D5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4E6E0107-F4F7-7C63-088E-8365BC1EBD45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xfrm>
            <a:off x="5094514" y="2040743"/>
            <a:ext cx="6971590" cy="28131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Analyze bank loan performance and repayment behavior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Identify high-risk and low-risk customers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Track trends using key financial KPIs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Support data-driven lending decisions</a:t>
            </a:r>
          </a:p>
        </p:txBody>
      </p:sp>
    </p:spTree>
    <p:extLst>
      <p:ext uri="{BB962C8B-B14F-4D97-AF65-F5344CB8AC3E}">
        <p14:creationId xmlns:p14="http://schemas.microsoft.com/office/powerpoint/2010/main" val="3335976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7D173-3D7C-43CC-2C05-DD4E2C297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</a:t>
            </a:r>
            <a:br>
              <a:rPr lang="en-IN" dirty="0"/>
            </a:br>
            <a:r>
              <a:rPr lang="en-IN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B4958-5118-1BA2-31A4-E55927D7F96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171769" y="1573161"/>
            <a:ext cx="6931742" cy="4262186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Domain: Finance</a:t>
            </a:r>
          </a:p>
          <a:p>
            <a:pPr marL="457200" indent="-457200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Project: Bank loan of customers</a:t>
            </a:r>
          </a:p>
          <a:p>
            <a:pPr marL="457200" indent="-457200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Dataset Type: Excel Data</a:t>
            </a:r>
          </a:p>
          <a:p>
            <a:pPr marL="457200" indent="-457200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Datasets: Finance_1.csv &amp; Finance_2.xlsx</a:t>
            </a:r>
          </a:p>
          <a:p>
            <a:pPr marL="457200" indent="-457200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Dataset Size: Each Excel file has 39k+ records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6ACCD2-5C33-99E4-3040-08A8375BD0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363961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5CA5B73-487C-E1FB-78CC-B34E9E72B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USED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67798B-D9C7-9A82-E480-EEEC46138F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95BEE94-74DE-AD70-99B4-507B1B1C84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0677533"/>
              </p:ext>
            </p:extLst>
          </p:nvPr>
        </p:nvGraphicFramePr>
        <p:xfrm>
          <a:off x="1910081" y="2540001"/>
          <a:ext cx="8550656" cy="39522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1399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765005-8C8C-F840-D667-11D843FD3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1669" y="1408176"/>
            <a:ext cx="4154557" cy="401421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dirty="0"/>
              <a:t>DATA CLEANING &amp; PREPARATION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89233-819C-46D0-FD32-2573CE721D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612F8F2A-C836-B3EE-CD0E-9CB6DFFCF4C3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xfrm>
            <a:off x="932688" y="1760985"/>
            <a:ext cx="6124096" cy="330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Removed duplicates and handled missing values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Standardized date and numeric formats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Checked data consistency across 2 datasets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Prepared data for KPI analysis and dashboards</a:t>
            </a:r>
          </a:p>
        </p:txBody>
      </p:sp>
    </p:spTree>
    <p:extLst>
      <p:ext uri="{BB962C8B-B14F-4D97-AF65-F5344CB8AC3E}">
        <p14:creationId xmlns:p14="http://schemas.microsoft.com/office/powerpoint/2010/main" val="3422501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66A9E-84DE-1204-104B-F1C4E3A57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Performance Indicators (KPIs)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24DCF-08A1-C93F-5130-DD263F96A8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52051" y="2674374"/>
            <a:ext cx="10638503" cy="3955026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KPI 1: Year wise loan amount Stats</a:t>
            </a:r>
          </a:p>
          <a:p>
            <a:pPr marL="342900" indent="-3429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KPI 2: Grade and sub grade wise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revol_bal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KPI 3: Total Payment for Verified Status Vs Non Verified Status</a:t>
            </a:r>
          </a:p>
          <a:p>
            <a:pPr marL="342900" indent="-3429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KPI 4: State wise and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last_credit_pull_d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wise loan Status</a:t>
            </a:r>
          </a:p>
          <a:p>
            <a:pPr marL="342900" indent="-3429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KPI 5: Home ownership Vs last payment date Stats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ü"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Clr>
                <a:schemeClr val="accent1"/>
              </a:buClr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8E361E-4201-6041-509E-A0FA65F167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592742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71408-B947-B319-68F4-42D9D8BFF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KPI 1: Year-wise Loan Amount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614BB23-B755-DCA5-1F50-75E07364CDA7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597408" y="2441448"/>
            <a:ext cx="6371918" cy="3942736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81A322-908F-6BD6-D28B-B27DA05485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966A779-199F-26F7-56F6-45878121D15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7179122" y="2929810"/>
            <a:ext cx="4655633" cy="280525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Loan amounts analyzed year by year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Growth trend identified over time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Highest loan amount seen in 2011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Lower loan volume in 2007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Helps understand business expansion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Supports future planning decisions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2CC5B8-724B-0B11-DFAA-E8C083EEA0F3}"/>
              </a:ext>
            </a:extLst>
          </p:cNvPr>
          <p:cNvSpPr txBox="1"/>
          <p:nvPr/>
        </p:nvSpPr>
        <p:spPr>
          <a:xfrm>
            <a:off x="6556520" y="6140828"/>
            <a:ext cx="825611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EXCEL</a:t>
            </a:r>
          </a:p>
        </p:txBody>
      </p:sp>
    </p:spTree>
    <p:extLst>
      <p:ext uri="{BB962C8B-B14F-4D97-AF65-F5344CB8AC3E}">
        <p14:creationId xmlns:p14="http://schemas.microsoft.com/office/powerpoint/2010/main" val="11454802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2DB2D-1C9D-B7DB-B3EF-CAD6B12A5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KPI 2: Grade &amp; Sub-grade Analysis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B9FF47F-4AB6-9F96-8E43-0B5750044B8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553695" y="2568679"/>
            <a:ext cx="6430297" cy="3566652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F9222-B1DB-F05B-9EB3-304F8182A9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15323E2-5026-6E90-05D8-0D759DBAB419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xfrm>
            <a:off x="470572" y="2870128"/>
            <a:ext cx="5083123" cy="2805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Customers grouped by credit grade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Revolving balance compared across grades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Grade B shows higher credit usage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Higher balance indicates higher risk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Useful for credit monitoring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Helps improve lending policies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D7BDE9-2151-E479-91F3-14EA0E673032}"/>
              </a:ext>
            </a:extLst>
          </p:cNvPr>
          <p:cNvSpPr txBox="1"/>
          <p:nvPr/>
        </p:nvSpPr>
        <p:spPr>
          <a:xfrm>
            <a:off x="4816276" y="5995973"/>
            <a:ext cx="1198661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POWER BI</a:t>
            </a:r>
          </a:p>
        </p:txBody>
      </p:sp>
    </p:spTree>
    <p:extLst>
      <p:ext uri="{BB962C8B-B14F-4D97-AF65-F5344CB8AC3E}">
        <p14:creationId xmlns:p14="http://schemas.microsoft.com/office/powerpoint/2010/main" val="1044837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40517-7C66-911F-518E-6D7ADB97F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KPI 3: Verification Status Analysis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C3728B7-6B8E-6A27-F9D0-0284C40AAF82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rcRect t="2731" r="2433"/>
          <a:stretch>
            <a:fillRect/>
          </a:stretch>
        </p:blipFill>
        <p:spPr>
          <a:xfrm>
            <a:off x="863862" y="2406764"/>
            <a:ext cx="4003106" cy="3653322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0D0D7-3233-42DD-5844-50E06637E2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C03F215-0AC4-E21B-6984-CC842EAB6DCE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5570662" y="2830798"/>
            <a:ext cx="5850194" cy="280525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Customers classified as verified and non-verified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Total payment compared between groups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Verified customers show stable payments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Non-verified customers show higher risk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Important for fraud prevention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Helps strengthen verification process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00286C-0D50-163C-FE54-1F49FC7F88EE}"/>
              </a:ext>
            </a:extLst>
          </p:cNvPr>
          <p:cNvSpPr txBox="1"/>
          <p:nvPr/>
        </p:nvSpPr>
        <p:spPr>
          <a:xfrm>
            <a:off x="377472" y="5875420"/>
            <a:ext cx="1110432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TABLEAU</a:t>
            </a:r>
          </a:p>
        </p:txBody>
      </p:sp>
    </p:spTree>
    <p:extLst>
      <p:ext uri="{BB962C8B-B14F-4D97-AF65-F5344CB8AC3E}">
        <p14:creationId xmlns:p14="http://schemas.microsoft.com/office/powerpoint/2010/main" val="1884681103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21230-054E-8597-4833-90D3AD54D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KPI 4: State &amp;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Last_credit_pull_d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wise loan Status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D98C364-AFE3-08D2-48D4-27E9BB8F718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614342" y="2174225"/>
            <a:ext cx="5496109" cy="4182125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A59DB-A467-8143-86FF-4036A932C6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DF47BB9-89FC-7056-8182-E162C99E04D4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xfrm>
            <a:off x="513144" y="3037964"/>
            <a:ext cx="4790793" cy="28052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Loan performance analyzed by state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Monthly loan trends observed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Identified fully paid loans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Identified charged-off loans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Regional risk patterns identified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Helps location-based strategy planning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5EFBD4-15AE-DC67-3EA1-0E08F7618723}"/>
              </a:ext>
            </a:extLst>
          </p:cNvPr>
          <p:cNvSpPr txBox="1"/>
          <p:nvPr/>
        </p:nvSpPr>
        <p:spPr>
          <a:xfrm>
            <a:off x="10710438" y="5984915"/>
            <a:ext cx="1110432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TABLEAU</a:t>
            </a:r>
          </a:p>
        </p:txBody>
      </p:sp>
    </p:spTree>
    <p:extLst>
      <p:ext uri="{BB962C8B-B14F-4D97-AF65-F5344CB8AC3E}">
        <p14:creationId xmlns:p14="http://schemas.microsoft.com/office/powerpoint/2010/main" val="1410602334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2BBDA-C0C7-C41E-97E7-A8305B5A6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KPI 5: Home Ownership Analysis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57CA8-C42E-15ED-EE7E-9435D113BB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6D1AD29-CC5A-6154-0380-B6E9D18279ED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6658012" y="2899624"/>
            <a:ext cx="5251566" cy="2805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Customers categorized by home ownership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Categories include rent, own, mortgage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Mortgage customers take larger loans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Rent customers show smaller loan values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Ownership impacts repayment behavior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Useful for customer profiling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FCDE18EA-B83C-5087-6328-41C1AD9E7096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1376515" y="2341562"/>
            <a:ext cx="4837471" cy="4197350"/>
          </a:xfr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02EE5F8-DDF8-854C-82EB-907C1D223C52}"/>
              </a:ext>
            </a:extLst>
          </p:cNvPr>
          <p:cNvSpPr txBox="1"/>
          <p:nvPr/>
        </p:nvSpPr>
        <p:spPr>
          <a:xfrm>
            <a:off x="5830529" y="6260068"/>
            <a:ext cx="955711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MY SQL</a:t>
            </a:r>
          </a:p>
        </p:txBody>
      </p:sp>
    </p:spTree>
    <p:extLst>
      <p:ext uri="{BB962C8B-B14F-4D97-AF65-F5344CB8AC3E}">
        <p14:creationId xmlns:p14="http://schemas.microsoft.com/office/powerpoint/2010/main" val="575544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66C7936-1164-D4EE-5C44-21B9FA6F06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r>
              <a:rPr lang="en-IN" sz="9600" b="1" dirty="0">
                <a:latin typeface="Cambria" panose="02040503050406030204" pitchFamily="18" charset="0"/>
                <a:ea typeface="Cambria" panose="02040503050406030204" pitchFamily="18" charset="0"/>
              </a:rPr>
              <a:t>DASHBOARDS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D964A-15EE-CD7F-AFA8-224408DD2A9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07775" y="6356350"/>
            <a:ext cx="784225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0667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1962C-62CB-4D64-2CA8-B0FE7D46E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3" y="186813"/>
            <a:ext cx="9526671" cy="1101212"/>
          </a:xfrm>
        </p:spPr>
        <p:txBody>
          <a:bodyPr>
            <a:normAutofit/>
          </a:bodyPr>
          <a:lstStyle/>
          <a:p>
            <a:r>
              <a:rPr lang="en-IN" sz="6000" dirty="0"/>
              <a:t>EXCEL DASHBOARD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FC200FA-4FBF-7144-09AA-8E469DFFD79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0" y="1445342"/>
            <a:ext cx="12192000" cy="541265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206933-A8CA-3C5F-034F-9CC0C22FCB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449794"/>
      </p:ext>
    </p:extLst>
  </p:cSld>
  <p:clrMapOvr>
    <a:masterClrMapping/>
  </p:clrMapOvr>
  <p:transition spd="slow">
    <p:wheel spokes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F8DD3-A9F6-66C9-4F22-DC2CB1001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645" y="0"/>
            <a:ext cx="3628104" cy="1474839"/>
          </a:xfrm>
        </p:spPr>
        <p:txBody>
          <a:bodyPr>
            <a:normAutofit/>
          </a:bodyPr>
          <a:lstStyle/>
          <a:p>
            <a:r>
              <a:rPr lang="en-IN" sz="6600" b="1" dirty="0"/>
              <a:t>MY SQL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9063AE-2540-775A-76CC-992D934F35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5183AC-DCA5-5107-63B6-344B47B0A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55378"/>
            <a:ext cx="3824749" cy="54026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BEA841-D180-782E-136C-07AB9A21E7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1510" y="0"/>
            <a:ext cx="4439266" cy="43655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E27442C-1FDB-5CE9-DD6B-30F553700E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1511" y="3497826"/>
            <a:ext cx="4168878" cy="33601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1285ADD-3443-9C0E-DE81-AD2F98C5C4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3123" y="0"/>
            <a:ext cx="4168878" cy="37117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23012E6-A671-A5F7-8FAD-BECD599074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0389" y="3497826"/>
            <a:ext cx="4301611" cy="33601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806251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AE4E2-3893-6608-F774-AE6B2D930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09" y="206476"/>
            <a:ext cx="9526671" cy="1189703"/>
          </a:xfrm>
        </p:spPr>
        <p:txBody>
          <a:bodyPr>
            <a:normAutofit/>
          </a:bodyPr>
          <a:lstStyle/>
          <a:p>
            <a:r>
              <a:rPr lang="en-IN" sz="5400" dirty="0"/>
              <a:t>POWER BI DASHBOARD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5293BD6-E2B3-3D7A-C45B-CC3D1AFF2E8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0" y="1248697"/>
            <a:ext cx="12192000" cy="5609303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B167C-2EFB-9731-430D-0EB0CF04CE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897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4A5760D-9F24-2CAB-FFDB-CA28C8FC0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65679"/>
            <a:ext cx="9619488" cy="1258529"/>
          </a:xfrm>
        </p:spPr>
        <p:txBody>
          <a:bodyPr>
            <a:normAutofit/>
          </a:bodyPr>
          <a:lstStyle/>
          <a:p>
            <a:r>
              <a:rPr lang="en-IN" sz="5400" dirty="0"/>
              <a:t>TABLEAU DASHBOARD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FD1C0BD-4509-57F3-1313-35E56EDB9E3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C92A34-0223-707B-AC1F-A1E7404EC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3609"/>
            <a:ext cx="12192000" cy="5864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2964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eelOff"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49F6C-67A6-3434-3C86-80A260EBF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1408176"/>
            <a:ext cx="4267200" cy="4014216"/>
          </a:xfrm>
        </p:spPr>
        <p:txBody>
          <a:bodyPr/>
          <a:lstStyle/>
          <a:p>
            <a:r>
              <a:rPr lang="en-IN" dirty="0"/>
              <a:t>SUGGESTIONS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F7011-F429-30A1-E0CD-3CDE599A940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9280" y="1148080"/>
            <a:ext cx="6380480" cy="4561840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Give priority to high-grade loans (A &amp; B)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as they show lower risk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Be strict with low-grade loans (D, E, F)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due to higher default chances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Prefer verified customers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since their repayment behavior is better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Check revolving balance before loan approval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to control credit risk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Use state-wise loan analysis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to reduce regional concentration risk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B3EAB-8869-9F53-AF2B-AD55006852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614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CD5EA-0BEC-E445-F6A9-3E2C39A1A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" y="1408176"/>
            <a:ext cx="4053840" cy="4014216"/>
          </a:xfrm>
        </p:spPr>
        <p:txBody>
          <a:bodyPr/>
          <a:lstStyle/>
          <a:p>
            <a:r>
              <a:rPr lang="en-IN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46E18-EA1C-EC53-4BD1-7A12E305721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37233" y="1958258"/>
            <a:ext cx="5883623" cy="3352800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Dataset does not include economic factors (inflation, interest rates)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Some records have missing payment or credit details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Data is historical, not real-time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026AFD-300C-FB0D-D1F1-46E754C054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501973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EC735-507B-AA54-83CC-9FA509074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3C82B5-6955-95B8-D745-EEB111DBA4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9FA6C04-5E6C-EDAF-9C50-F7EE7222B2C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548640" y="2579596"/>
            <a:ext cx="11471684" cy="3347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This project analyzed bank loan data to understand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risk and repayment patterns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High-grade and verified customers were found to be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more reliable borrowers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Customers with high existing debt require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careful loan evaluation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analysis provides useful insights, but the data is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historical and limited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US" alt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9873737"/>
      </p:ext>
    </p:extLst>
  </p:cSld>
  <p:clrMapOvr>
    <a:masterClrMapping/>
  </p:clrMapOvr>
  <p:transition spd="slow">
    <p:cover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A bouquet of flowers">
            <a:extLst>
              <a:ext uri="{FF2B5EF4-FFF2-40B4-BE49-F238E27FC236}">
                <a16:creationId xmlns:a16="http://schemas.microsoft.com/office/drawing/2014/main" id="{8AB2ECDC-2C97-9031-6EF9-11EF690976E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697D649-277C-A20F-F588-7EA2B85B12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2994" y="1685786"/>
            <a:ext cx="6026012" cy="2221992"/>
          </a:xfrm>
        </p:spPr>
        <p:txBody>
          <a:bodyPr/>
          <a:lstStyle/>
          <a:p>
            <a:r>
              <a:rPr lang="en-US" sz="8800" dirty="0"/>
              <a:t> Thank you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E502E84-5063-F43E-AC45-9F5CEAA69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369573" y="3881563"/>
            <a:ext cx="3290548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DE43C393-A639-F47D-D8A8-BAF189C58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49414" y="3749794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040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20">
      <a:dk1>
        <a:srgbClr val="000000"/>
      </a:dk1>
      <a:lt1>
        <a:srgbClr val="FFFFFF"/>
      </a:lt1>
      <a:dk2>
        <a:srgbClr val="CAD8D6"/>
      </a:dk2>
      <a:lt2>
        <a:srgbClr val="E7E6E6"/>
      </a:lt2>
      <a:accent1>
        <a:srgbClr val="7E8679"/>
      </a:accent1>
      <a:accent2>
        <a:srgbClr val="72292A"/>
      </a:accent2>
      <a:accent3>
        <a:srgbClr val="4A3A1C"/>
      </a:accent3>
      <a:accent4>
        <a:srgbClr val="E47D60"/>
      </a:accent4>
      <a:accent5>
        <a:srgbClr val="CEBBAF"/>
      </a:accent5>
      <a:accent6>
        <a:srgbClr val="E8DAC4"/>
      </a:accent6>
      <a:hlink>
        <a:srgbClr val="3968F6"/>
      </a:hlink>
      <a:folHlink>
        <a:srgbClr val="954F72"/>
      </a:folHlink>
    </a:clrScheme>
    <a:fontScheme name="Custom 23">
      <a:majorFont>
        <a:latin typeface="Baskerville Old Face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loral flourish_win32_CP_v3" id="{3BF332BF-22B8-49D8-950E-E9BBBBF59833}" vid="{E4E7F1DC-3AF4-489F-A450-0CED11A8EBA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1E6BC5B-F32E-483D-A6CB-100D6BCB78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9915FD3-F777-4046-A12C-BE3860E324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384BFC8-02DA-464F-AE97-4951BE47415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792</TotalTime>
  <Words>620</Words>
  <Application>Microsoft Office PowerPoint</Application>
  <PresentationFormat>Widescreen</PresentationFormat>
  <Paragraphs>142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Baskerville Old Face</vt:lpstr>
      <vt:lpstr>Calibri</vt:lpstr>
      <vt:lpstr>Cambria</vt:lpstr>
      <vt:lpstr>Gill Sans Nova Light</vt:lpstr>
      <vt:lpstr>Wingdings</vt:lpstr>
      <vt:lpstr>Custom</vt:lpstr>
      <vt:lpstr> BANK LOAN ANALYTICS</vt:lpstr>
      <vt:lpstr>MEET THE TEAM</vt:lpstr>
      <vt:lpstr>AGENDA</vt:lpstr>
      <vt:lpstr>INTRODUCTION</vt:lpstr>
      <vt:lpstr>BUSINESS OBJECTIVE</vt:lpstr>
      <vt:lpstr>DATASET OVERVIEW</vt:lpstr>
      <vt:lpstr>TOOLS USED</vt:lpstr>
      <vt:lpstr>DATA CLEANING &amp; PREPARATION</vt:lpstr>
      <vt:lpstr>Key Performance Indicators (KPIs)</vt:lpstr>
      <vt:lpstr>KPI 1: Year-wise Loan Amount</vt:lpstr>
      <vt:lpstr>KPI 2: Grade &amp; Sub-grade Analysis</vt:lpstr>
      <vt:lpstr>KPI 3: Verification Status Analysis</vt:lpstr>
      <vt:lpstr>KPI 4: State &amp; and Last_credit_pull_d wise loan Status</vt:lpstr>
      <vt:lpstr>KPI 5: Home Ownership Analysis</vt:lpstr>
      <vt:lpstr>DASHBOARDS</vt:lpstr>
      <vt:lpstr>EXCEL DASHBOARD</vt:lpstr>
      <vt:lpstr>MY SQL</vt:lpstr>
      <vt:lpstr>POWER BI DASHBOARD</vt:lpstr>
      <vt:lpstr>TABLEAU DASHBOARD</vt:lpstr>
      <vt:lpstr>SUGGESTIONS</vt:lpstr>
      <vt:lpstr>LIMITATIONS</vt:lpstr>
      <vt:lpstr>CONCLUSION</vt:lpstr>
      <vt:lpstr>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Sk Karishma</dc:creator>
  <cp:lastModifiedBy>Sk Karishma</cp:lastModifiedBy>
  <cp:revision>6</cp:revision>
  <dcterms:created xsi:type="dcterms:W3CDTF">2025-12-01T18:28:06Z</dcterms:created>
  <dcterms:modified xsi:type="dcterms:W3CDTF">2026-02-03T17:44:14Z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